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018d86ac628493d" /><Relationship Type="http://schemas.openxmlformats.org/officeDocument/2006/relationships/extended-properties" Target="/docProps/app.xml" Id="R51c3666b9781491f" /><Relationship Type="http://schemas.openxmlformats.org/officeDocument/2006/relationships/officeDocument" Target="/ppt/presentation.xml" Id="R3eb91b887a294b00" /></Relationships>
</file>

<file path=ppt/presentation.xml><?xml version="1.0" encoding="utf-8"?>
<p:presentation xmlns:p="http://schemas.openxmlformats.org/presentationml/2006/main">
  <p:sldMasterIdLst>
    <p:sldMasterId xmlns:r="http://schemas.openxmlformats.org/officeDocument/2006/relationships" id="2147483648" r:id="Ra5491b715a054ad4"/>
  </p:sldMasterIdLst>
  <p:notesMasterIdLst>
    <p:notesMasterId xmlns:r="http://schemas.openxmlformats.org/officeDocument/2006/relationships" r:id="Ra252cd66c1994a3c"/>
  </p:notesMasterIdLst>
  <p:sldIdLst>
    <p:sldId xmlns:r="http://schemas.openxmlformats.org/officeDocument/2006/relationships" id="256" r:id="Ra4b702b978c54598"/>
    <p:sldId xmlns:r="http://schemas.openxmlformats.org/officeDocument/2006/relationships" id="257" r:id="R65be3cd1572b494c"/>
    <p:sldId xmlns:r="http://schemas.openxmlformats.org/officeDocument/2006/relationships" id="258" r:id="Ree09ee28218142e7"/>
    <p:sldId xmlns:r="http://schemas.openxmlformats.org/officeDocument/2006/relationships" id="259" r:id="R8550d72c6f6a457f"/>
    <p:sldId xmlns:r="http://schemas.openxmlformats.org/officeDocument/2006/relationships" id="260" r:id="R1a32ddd3b4244273"/>
    <p:sldId xmlns:r="http://schemas.openxmlformats.org/officeDocument/2006/relationships" id="261" r:id="R21bec349d4f744f1"/>
    <p:sldId xmlns:r="http://schemas.openxmlformats.org/officeDocument/2006/relationships" id="262" r:id="R702c9f42ccbd4b46"/>
    <p:sldId xmlns:r="http://schemas.openxmlformats.org/officeDocument/2006/relationships" id="263" r:id="R2657a0db67fd4350"/>
    <p:sldId xmlns:r="http://schemas.openxmlformats.org/officeDocument/2006/relationships" id="264" r:id="Rb7fe68aeabe04199"/>
    <p:sldId xmlns:r="http://schemas.openxmlformats.org/officeDocument/2006/relationships" id="265" r:id="Rbb10860bf9b44b9c"/>
    <p:sldId xmlns:r="http://schemas.openxmlformats.org/officeDocument/2006/relationships" id="266" r:id="Ree21df69d05342ea"/>
    <p:sldId xmlns:r="http://schemas.openxmlformats.org/officeDocument/2006/relationships" id="267" r:id="Re0ad2e4303fb43ec"/>
    <p:sldId xmlns:r="http://schemas.openxmlformats.org/officeDocument/2006/relationships" id="268" r:id="R9e8a9633ef6d4e57"/>
    <p:sldId xmlns:r="http://schemas.openxmlformats.org/officeDocument/2006/relationships" id="269" r:id="Rb844a84630914b4d"/>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b844e85bcdc478c" /><Relationship Type="http://schemas.openxmlformats.org/officeDocument/2006/relationships/slideMaster" Target="/ppt/slideMasters/slideMaster1.xml" Id="Ra5491b715a054ad4" /><Relationship Type="http://schemas.openxmlformats.org/officeDocument/2006/relationships/notesMaster" Target="/ppt/notesMasters/notesMaster1.xml" Id="Ra252cd66c1994a3c" /><Relationship Type="http://schemas.openxmlformats.org/officeDocument/2006/relationships/presProps" Target="/ppt/presProps.xml" Id="R634867dc0bbe4632" /><Relationship Type="http://schemas.openxmlformats.org/officeDocument/2006/relationships/tableStyles" Target="/ppt/tableStyles.xml" Id="R9830a0549d924abb" /><Relationship Type="http://schemas.openxmlformats.org/officeDocument/2006/relationships/slide" Target="/ppt/slides/slide1.xml" Id="Ra4b702b978c54598" /><Relationship Type="http://schemas.openxmlformats.org/officeDocument/2006/relationships/slide" Target="/ppt/slides/slide2.xml" Id="R65be3cd1572b494c" /><Relationship Type="http://schemas.openxmlformats.org/officeDocument/2006/relationships/slide" Target="/ppt/slides/slide3.xml" Id="Ree09ee28218142e7" /><Relationship Type="http://schemas.openxmlformats.org/officeDocument/2006/relationships/slide" Target="/ppt/slides/slide4.xml" Id="R8550d72c6f6a457f" /><Relationship Type="http://schemas.openxmlformats.org/officeDocument/2006/relationships/slide" Target="/ppt/slides/slide5.xml" Id="R1a32ddd3b4244273" /><Relationship Type="http://schemas.openxmlformats.org/officeDocument/2006/relationships/slide" Target="/ppt/slides/slide6.xml" Id="R21bec349d4f744f1" /><Relationship Type="http://schemas.openxmlformats.org/officeDocument/2006/relationships/slide" Target="/ppt/slides/slide7.xml" Id="R702c9f42ccbd4b46" /><Relationship Type="http://schemas.openxmlformats.org/officeDocument/2006/relationships/slide" Target="/ppt/slides/slide8.xml" Id="R2657a0db67fd4350" /><Relationship Type="http://schemas.openxmlformats.org/officeDocument/2006/relationships/slide" Target="/ppt/slides/slide9.xml" Id="Rb7fe68aeabe04199" /><Relationship Type="http://schemas.openxmlformats.org/officeDocument/2006/relationships/slide" Target="/ppt/slides/slide10.xml" Id="Rbb10860bf9b44b9c" /><Relationship Type="http://schemas.openxmlformats.org/officeDocument/2006/relationships/slide" Target="/ppt/slides/slide11.xml" Id="Ree21df69d05342ea" /><Relationship Type="http://schemas.openxmlformats.org/officeDocument/2006/relationships/slide" Target="/ppt/slides/slide12.xml" Id="Re0ad2e4303fb43ec" /><Relationship Type="http://schemas.openxmlformats.org/officeDocument/2006/relationships/slide" Target="/ppt/slides/slide13.xml" Id="R9e8a9633ef6d4e57" /><Relationship Type="http://schemas.openxmlformats.org/officeDocument/2006/relationships/slide" Target="/ppt/slides/slide14.xml" Id="Rb844a84630914b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60ec37202e945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9b8c83ea8f34c05" /><Relationship Type="http://schemas.openxmlformats.org/officeDocument/2006/relationships/notesMaster" Target="/ppt/notesMasters/notesMaster1.xml" Id="R56aabe8d11374016"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ac0aa7a79b48f5" /><Relationship Type="http://schemas.openxmlformats.org/officeDocument/2006/relationships/notesMaster" Target="/ppt/notesMasters/notesMaster1.xml" Id="R002bfcf5917444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ae64d206583d45b3" /><Relationship Type="http://schemas.openxmlformats.org/officeDocument/2006/relationships/notesMaster" Target="/ppt/notesMasters/notesMaster1.xml" Id="Rb0ab06ac232d41c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8dfdf0d40f4ed6" /><Relationship Type="http://schemas.openxmlformats.org/officeDocument/2006/relationships/notesMaster" Target="/ppt/notesMasters/notesMaster1.xml" Id="R86810e4c5a1c44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393dbe920e314119" /><Relationship Type="http://schemas.openxmlformats.org/officeDocument/2006/relationships/notesMaster" Target="/ppt/notesMasters/notesMaster1.xml" Id="R67a3db2bed8048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30d50ea0107441f" /><Relationship Type="http://schemas.openxmlformats.org/officeDocument/2006/relationships/notesMaster" Target="/ppt/notesMasters/notesMaster1.xml" Id="R12a8a9fdc9674cf8"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966607eecb4748" /><Relationship Type="http://schemas.openxmlformats.org/officeDocument/2006/relationships/notesMaster" Target="/ppt/notesMasters/notesMaster1.xml" Id="R9529e15ee9354f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59301acb054b74" /><Relationship Type="http://schemas.openxmlformats.org/officeDocument/2006/relationships/notesMaster" Target="/ppt/notesMasters/notesMaster1.xml" Id="R4f290670937844b3" /></Relationships>
</file>

<file path=ppt/notesSlides/_rels/notesSlide9.xml.rels>&#65279;<?xml version="1.0" encoding="utf-8"?><Relationships xmlns="http://schemas.openxmlformats.org/package/2006/relationships"><Relationship Type="http://schemas.openxmlformats.org/officeDocument/2006/relationships/slide" Target="/ppt/slides/slide9.xml" Id="R5a1f5639068b4152" /><Relationship Type="http://schemas.openxmlformats.org/officeDocument/2006/relationships/notesMaster" Target="/ppt/notesMasters/notesMaster1.xml" Id="R277a72f66cf24da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093c3adbabc44e6" /><Relationship Type="http://schemas.openxmlformats.org/officeDocument/2006/relationships/notesMaster" Target="/ppt/notesMasters/notesMaster1.xml" Id="Rc4449bcf194f43d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63ee62cd3ce4bf0" /><Relationship Type="http://schemas.openxmlformats.org/officeDocument/2006/relationships/notesMaster" Target="/ppt/notesMasters/notesMaster1.xml" Id="R6290fb28cdf9494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ff2b67ddcae4e44" /><Relationship Type="http://schemas.openxmlformats.org/officeDocument/2006/relationships/notesMaster" Target="/ppt/notesMasters/notesMaster1.xml" Id="R9aa8844a2e3540a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56a227ae5484651" /><Relationship Type="http://schemas.openxmlformats.org/officeDocument/2006/relationships/notesMaster" Target="/ppt/notesMasters/notesMaster1.xml" Id="R3a7c0a2ad63a4a4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de0f8b6a99a477c" /><Relationship Type="http://schemas.openxmlformats.org/officeDocument/2006/relationships/notesMaster" Target="/ppt/notesMasters/notesMaster1.xml" Id="R3f9979a0a0c74a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개발한 모아 화상회의의 UI 소개 자료입니다. 화면에 사용한 이름과 회의 내용은 설명용 예시입니다. 이후 개발할 기능을 함께 검토하는 용도로 작성했습니다.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로컬 구현 기준, 2026-10-14. 화면 출처: 화상회의/중계서버/static/index.html, app.js, styles.css. 실제 브라우저에서 예시 참가자와 회의를 만들어 캡처했습니다. 카메라와 마이크는 꺼짐 상태입니다.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로컬 구현 기준, 2026-10-14. 화면 출처: 화상회의/중계서버/static/index.html, app.js, styles.css. 실제 브라우저에서 예시 참가자와 회의를 만들어 캡처했습니다. 카메라와 마이크는 꺼짐 상태입니다.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로컬 구현 기준, 2026-10-14. 화면 출처: 화상회의/중계서버/static/index.html, app.js, styles.css. 실제 브라우저에서 예시 참가자와 회의를 만들어 캡처했습니다. 카메라와 마이크는 꺼짐 상태입니다.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로컬 구현 기준, 2026-10-14. 화면 출처: 화상회의/중계서버/static/index.html, app.js, styles.css. 실제 브라우저에서 예시 참가자와 회의를 만들어 캡처했습니다. 카메라와 마이크는 꺼짐 상태입니다.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로컬 구현 기준, 2026-10-14. 화면 출처: 화상회의/중계서버/static/index.html, app.js, styles.css. 실제 브라우저에서 예시 참가자와 회의를 만들어 캡처했습니다. 카메라와 마이크는 꺼짐 상태입니다.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로컬 구현 기준, 2026-10-14. 화면 출처: 화상회의/중계서버/static/index.html, app.js, styles.css. 실제 브라우저에서 예시 참가자와 회의를 만들어 캡처했습니다. 카메라와 마이크는 꺼짐 상태입니다.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로컬 구현 기준, 2026-10-14. 화면 출처: 화상회의/중계서버/static/index.html, app.js, styles.css. 실제 브라우저에서 예시 참가자와 회의를 만들어 캡처했습니다. 카메라와 마이크는 꺼짐 상태입니다.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로컬 구현 기준, 2026-10-14. 화면 출처: 화상회의/중계서버/static/index.html, app.js, styles.css. 실제 브라우저에서 예시 참가자와 회의를 만들어 캡처했습니다. 카메라와 마이크는 꺼짐 상태입니다.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로컬 구현 기준, 2026-10-14. 화면 출처: 화상회의/중계서버/static/index.html, app.js, styles.css. 실제 브라우저에서 예시 참가자와 회의를 만들어 캡처했습니다. 카메라와 마이크는 꺼짐 상태입니다.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로컬 구현 기준, 2026-10-14. 화면 출처: 화상회의/중계서버/static/index.html, app.js, styles.css. 실제 브라우저에서 예시 참가자와 회의를 만들어 캡처했습니다. 카메라와 마이크는 꺼짐 상태입니다.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로컬 구현 기준, 2026-10-14. 화면 출처: 화상회의/중계서버/static/index.html, app.js, styles.css. 실제 브라우저에서 예시 참가자와 회의를 만들어 캡처했습니다. 카메라와 마이크는 꺼짐 상태입니다. 회의록 이미지의 세 항목은 방장이 입력한 설명용 수동 기록입니다. 실제 음성 인식 결과를 예시로 만든 것이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로컬 구현 기준, 2026-10-14. 화면 출처: 화상회의/중계서버/static/index.html, app.js, styles.css. 실제 브라우저에서 예시 참가자와 회의를 만들어 캡처했습니다. 카메라와 마이크는 꺼짐 상태입니다.  서버 배포 파일은 Ubuntu Docker용으로 준비되어 있으나 실제 Ubuntu 운영 서버의 구동 검증은 아직 하지 않았습니다. 현재 방은 서버 메모리에 유지되며 마지막 참여자 퇴장 또는 서버 재시작 시 종료됩니다. 목록은 제안 후보이며 확정 개발 계획이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검토자가 직접 수정할 수 있는 표입니다. 우선순위는 높음·보통·낮음 등으로 표시할 수 있습니다. 작성 예는 미구현 기능의 요청 예시이며 개발 확정 사항이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23d3d83fc84e9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2bb90f0b11247a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bda6309323a4e8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7c3ae2e0ca7413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a7185e855f045e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3289b849c554fa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ADD9DAD-E8DC-49D8-959C-2D7270D063EB}"/>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FB9029B-7D9D-48AE-8214-BB0C55C57EAF}"/>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87A47DE-03A0-4751-B18E-BF3429BEB555}"/>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D39DBB-3F40-40A6-A87B-63918477B021}"/>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E1609DE-2A17-4D4B-BE73-46479345EF90}"/>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C65CDFB-6FA6-4C46-B816-B659AC7A859E}"/>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DDE5AB6-E484-4269-9A1F-002B0F4E3661}"/>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E4ED1C7-B6CE-46D1-B364-0BC1F1D26109}"/>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2426A0-17C2-4F69-8DEE-FA96BF487F7A}"/>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75CFC56-4BE2-4A23-978F-1A6BD47E5929}"/>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4321ac47174816" /><Relationship Type="http://schemas.openxmlformats.org/officeDocument/2006/relationships/slideLayout" Target="/ppt/slideLayouts/slideLayout1.xml" Id="Re42a408c5951458c" /><Relationship Type="http://schemas.openxmlformats.org/officeDocument/2006/relationships/slideLayout" Target="/ppt/slideLayouts/slideLayout2.xml" Id="Ref45277d4b184e98" /><Relationship Type="http://schemas.openxmlformats.org/officeDocument/2006/relationships/slideLayout" Target="/ppt/slideLayouts/slideLayout3.xml" Id="R98d4aea453944f89" /><Relationship Type="http://schemas.openxmlformats.org/officeDocument/2006/relationships/slideLayout" Target="/ppt/slideLayouts/slideLayout4.xml" Id="R6e5cb836dd3c4224" /><Relationship Type="http://schemas.openxmlformats.org/officeDocument/2006/relationships/slideLayout" Target="/ppt/slideLayouts/slideLayout5.xml" Id="Re718c66b570246e2" /><Relationship Type="http://schemas.openxmlformats.org/officeDocument/2006/relationships/slideLayout" Target="/ppt/slideLayouts/slideLayout6.xml" Id="R8da318b28a3544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2a408c5951458c"/>
    <p:sldLayoutId xmlns:r="http://schemas.openxmlformats.org/officeDocument/2006/relationships" id="2147483650" r:id="Ref45277d4b184e98"/>
    <p:sldLayoutId xmlns:r="http://schemas.openxmlformats.org/officeDocument/2006/relationships" id="2147483651" r:id="R98d4aea453944f89"/>
    <p:sldLayoutId xmlns:r="http://schemas.openxmlformats.org/officeDocument/2006/relationships" id="2147483652" r:id="R6e5cb836dd3c4224"/>
    <p:sldLayoutId xmlns:r="http://schemas.openxmlformats.org/officeDocument/2006/relationships" id="2147483653" r:id="Re718c66b570246e2"/>
    <p:sldLayoutId xmlns:r="http://schemas.openxmlformats.org/officeDocument/2006/relationships" id="2147483654" r:id="R8da318b28a3544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b88977935cb4c57" /><Relationship Type="http://schemas.openxmlformats.org/officeDocument/2006/relationships/notesSlide" Target="/ppt/notesSlides/notesSlide1.xml" Id="R36ab8fd2a58447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becd02d399547dd" /><Relationship Type="http://schemas.openxmlformats.org/officeDocument/2006/relationships/image" Target="/ppt/media/image.png" Id="R01f6db7e1e374946" /><Relationship Type="http://schemas.openxmlformats.org/officeDocument/2006/relationships/notesSlide" Target="/ppt/notesSlides/notesSlide2.xml" Id="Ree6c5dd573da41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d1bc09c9c4643a6" /><Relationship Type="http://schemas.openxmlformats.org/officeDocument/2006/relationships/image" Target="/ppt/media/image2.png" Id="Rdc17432e5f4e45f0" /><Relationship Type="http://schemas.openxmlformats.org/officeDocument/2006/relationships/notesSlide" Target="/ppt/notesSlides/notesSlide3.xml" Id="R49a6212f31ac412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85097dd18bc41dd" /><Relationship Type="http://schemas.openxmlformats.org/officeDocument/2006/relationships/image" Target="/ppt/media/image3.png" Id="Ra2fd851ca5e14ce9" /><Relationship Type="http://schemas.openxmlformats.org/officeDocument/2006/relationships/notesSlide" Target="/ppt/notesSlides/notesSlide4.xml" Id="Rcb240720dc1b46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a3c292a459b4945" /><Relationship Type="http://schemas.openxmlformats.org/officeDocument/2006/relationships/image" Target="/ppt/media/image4.png" Id="R12a8174a1bf147a6" /><Relationship Type="http://schemas.openxmlformats.org/officeDocument/2006/relationships/notesSlide" Target="/ppt/notesSlides/notesSlide5.xml" Id="R25bbf2406e7440c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2c590f64dea4049" /><Relationship Type="http://schemas.openxmlformats.org/officeDocument/2006/relationships/image" Target="/ppt/media/image5.png" Id="Ra4c3c958394c4c61" /><Relationship Type="http://schemas.openxmlformats.org/officeDocument/2006/relationships/notesSlide" Target="/ppt/notesSlides/notesSlide6.xml" Id="Rbce1b8f6a83840f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dce12c965064b9b" /><Relationship Type="http://schemas.openxmlformats.org/officeDocument/2006/relationships/image" Target="/ppt/media/image6.png" Id="Rdbbf13e7f1d34f77" /><Relationship Type="http://schemas.openxmlformats.org/officeDocument/2006/relationships/notesSlide" Target="/ppt/notesSlides/notesSlide7.xml" Id="R55f3973e818748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dac2ae8a92f4525" /><Relationship Type="http://schemas.openxmlformats.org/officeDocument/2006/relationships/image" Target="/ppt/media/image7.png" Id="R3699e7f35a954a55" /><Relationship Type="http://schemas.openxmlformats.org/officeDocument/2006/relationships/notesSlide" Target="/ppt/notesSlides/notesSlide8.xml" Id="Re7368d38b215406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fad26e812934e12" /><Relationship Type="http://schemas.openxmlformats.org/officeDocument/2006/relationships/image" Target="/ppt/media/image8.png" Id="R55f8b58dba254cf5" /><Relationship Type="http://schemas.openxmlformats.org/officeDocument/2006/relationships/notesSlide" Target="/ppt/notesSlides/notesSlide9.xml" Id="R0765c02c8028485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718e32652fa40ef" /><Relationship Type="http://schemas.openxmlformats.org/officeDocument/2006/relationships/image" Target="/ppt/media/image9.png" Id="R06e649b1f1c34750" /><Relationship Type="http://schemas.openxmlformats.org/officeDocument/2006/relationships/notesSlide" Target="/ppt/notesSlides/notesSlide10.xml" Id="R529978c0025e49f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265485024ba480e" /><Relationship Type="http://schemas.openxmlformats.org/officeDocument/2006/relationships/image" Target="/ppt/media/image10.png" Id="Re97a6d9da00146ae" /><Relationship Type="http://schemas.openxmlformats.org/officeDocument/2006/relationships/notesSlide" Target="/ppt/notesSlides/notesSlide11.xml" Id="Rc029bd27e45748d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e4a8a2cfc424362" /><Relationship Type="http://schemas.openxmlformats.org/officeDocument/2006/relationships/image" Target="/ppt/media/image11.png" Id="R25d744d05757410d" /><Relationship Type="http://schemas.openxmlformats.org/officeDocument/2006/relationships/notesSlide" Target="/ppt/notesSlides/notesSlide12.xml" Id="R58f09ec26d2541d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9fc58acdc4d44e4" /><Relationship Type="http://schemas.openxmlformats.org/officeDocument/2006/relationships/notesSlide" Target="/ppt/notesSlides/notesSlide13.xml" Id="R337f0644ad1e44b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416c69c0a63405e" /><Relationship Type="http://schemas.openxmlformats.org/officeDocument/2006/relationships/notesSlide" Target="/ppt/notesSlides/notesSlide14.xml" Id="Rfd2e947d71d24f62" /></Relationships>
</file>

<file path=ppt/slides/slide1.xml><?xml version="1.0" encoding="utf-8"?>
<p:sld xmlns:p="http://schemas.openxmlformats.org/presentationml/2006/main">
  <p:cSld>
    <p:bg>
      <p:bgPr>
        <a:solidFill xmlns:a="http://schemas.openxmlformats.org/drawingml/2006/main">
          <a:srgbClr val="385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57C03EC-B28C-4169-91A2-2258F115497C}"/>
              </a:ext>
            </a:extLst>
          </p:cNvPr>
          <p:cNvSpPr>
            <a:spLocks xmlns:a="http://schemas.openxmlformats.org/drawingml/2006/main" noGrp="1"/>
          </p:cNvSpPr>
          <p:nvPr/>
        </p:nvSpPr>
        <p:spPr>
          <a:xfrm xmlns:a="http://schemas.openxmlformats.org/drawingml/2006/main">
            <a:off x="857250" y="1143000"/>
            <a:ext cx="11430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600" b="1">
                <a:solidFill>
                  <a:srgbClr val="FFFFFF"/>
                </a:solidFill>
                <a:latin typeface="Malgun Gothic"/>
                <a:ea typeface="Malgun Gothic"/>
                <a:cs typeface="Malgun Gothic"/>
              </a:defRPr>
            </a:defPPr>
          </a:lstStyle>
          <a:p xmlns:a="http://schemas.openxmlformats.org/drawingml/2006/main">
            <a:pPr>
              <a:defRPr sz="6600" b="1">
                <a:solidFill>
                  <a:srgbClr val="FFFFFF"/>
                </a:solidFill>
                <a:latin typeface="Malgun Gothic"/>
                <a:ea typeface="Malgun Gothic"/>
                <a:cs typeface="Malgun Gothic"/>
              </a:defRPr>
            </a:pPr>
            <a:r>
              <a:rPr sz="6600" b="1">
                <a:solidFill>
                  <a:srgbClr val="FFFFFF"/>
                </a:solidFill>
                <a:latin typeface="Malgun Gothic"/>
                <a:ea typeface="Malgun Gothic"/>
                <a:cs typeface="Malgun Gothic"/>
              </a:rPr>
              <a:t>모아</a:t>
            </a:r>
          </a:p>
        </p:txBody>
      </p:sp>
      <p:sp>
        <p:nvSpPr>
          <p:cNvPr id="2" name="">
            <a:extLst xmlns:a="http://schemas.openxmlformats.org/drawingml/2006/main">
              <a:ext uri="{FF2B5EF4-FFF2-40B4-BE49-F238E27FC236}">
                <a16:creationId xmlns:a16="http://schemas.microsoft.com/office/drawing/2014/main" id="{1C830D19-7C16-4946-9C1A-935298B3A7D6}"/>
              </a:ext>
            </a:extLst>
          </p:cNvPr>
          <p:cNvSpPr>
            <a:spLocks xmlns:a="http://schemas.openxmlformats.org/drawingml/2006/main" noGrp="1"/>
          </p:cNvSpPr>
          <p:nvPr/>
        </p:nvSpPr>
        <p:spPr>
          <a:xfrm xmlns:a="http://schemas.openxmlformats.org/drawingml/2006/main">
            <a:off x="904875" y="2838450"/>
            <a:ext cx="1333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FFFFFF"/>
                </a:solidFill>
                <a:latin typeface="Malgun Gothic"/>
                <a:ea typeface="Malgun Gothic"/>
                <a:cs typeface="Malgun Gothic"/>
              </a:defRPr>
            </a:defPPr>
          </a:lstStyle>
          <a:p xmlns:a="http://schemas.openxmlformats.org/drawingml/2006/main">
            <a:pPr>
              <a:defRPr sz="4350" b="1">
                <a:solidFill>
                  <a:srgbClr val="FFFFFF"/>
                </a:solidFill>
                <a:latin typeface="Malgun Gothic"/>
                <a:ea typeface="Malgun Gothic"/>
                <a:cs typeface="Malgun Gothic"/>
              </a:defRPr>
            </a:pPr>
            <a:r>
              <a:rPr sz="4350" b="1">
                <a:solidFill>
                  <a:srgbClr val="FFFFFF"/>
                </a:solidFill>
                <a:latin typeface="Malgun Gothic"/>
                <a:ea typeface="Malgun Gothic"/>
                <a:cs typeface="Malgun Gothic"/>
              </a:rPr>
              <a:t>화상회의 프로그램 소개</a:t>
            </a:r>
          </a:p>
        </p:txBody>
      </p:sp>
      <p:sp>
        <p:nvSpPr>
          <p:cNvPr id="3" name="">
            <a:extLst xmlns:a="http://schemas.openxmlformats.org/drawingml/2006/main">
              <a:ext uri="{FF2B5EF4-FFF2-40B4-BE49-F238E27FC236}">
                <a16:creationId xmlns:a16="http://schemas.microsoft.com/office/drawing/2014/main" id="{F3038A8D-F7CB-42AB-8834-D31CB99F28EB}"/>
              </a:ext>
            </a:extLst>
          </p:cNvPr>
          <p:cNvSpPr>
            <a:spLocks xmlns:a="http://schemas.openxmlformats.org/drawingml/2006/main" noGrp="1"/>
          </p:cNvSpPr>
          <p:nvPr/>
        </p:nvSpPr>
        <p:spPr>
          <a:xfrm xmlns:a="http://schemas.openxmlformats.org/drawingml/2006/main">
            <a:off x="933450" y="4114800"/>
            <a:ext cx="1238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0">
                <a:solidFill>
                  <a:srgbClr val="E3E9FF"/>
                </a:solidFill>
                <a:latin typeface="Malgun Gothic"/>
                <a:ea typeface="Malgun Gothic"/>
                <a:cs typeface="Malgun Gothic"/>
              </a:defRPr>
            </a:defPPr>
          </a:lstStyle>
          <a:p xmlns:a="http://schemas.openxmlformats.org/drawingml/2006/main">
            <a:pPr>
              <a:defRPr sz="2400" b="0">
                <a:solidFill>
                  <a:srgbClr val="E3E9FF"/>
                </a:solidFill>
                <a:latin typeface="Malgun Gothic"/>
                <a:ea typeface="Malgun Gothic"/>
                <a:cs typeface="Malgun Gothic"/>
              </a:defRPr>
            </a:pPr>
            <a:r>
              <a:rPr sz="2400" b="0">
                <a:solidFill>
                  <a:srgbClr val="E3E9FF"/>
                </a:solidFill>
                <a:latin typeface="Malgun Gothic"/>
                <a:ea typeface="Malgun Gothic"/>
                <a:cs typeface="Malgun Gothic"/>
              </a:rPr>
              <a:t>사용자 화면과 실제 이용 흐름</a:t>
            </a:r>
          </a:p>
        </p:txBody>
      </p:sp>
      <p:sp>
        <p:nvSpPr>
          <p:cNvPr id="4" name="">
            <a:extLst xmlns:a="http://schemas.openxmlformats.org/drawingml/2006/main">
              <a:ext uri="{FF2B5EF4-FFF2-40B4-BE49-F238E27FC236}">
                <a16:creationId xmlns:a16="http://schemas.microsoft.com/office/drawing/2014/main" id="{F555068B-ABDD-43CA-AEB8-54C5A9E3DE5E}"/>
              </a:ext>
            </a:extLst>
          </p:cNvPr>
          <p:cNvSpPr>
            <a:spLocks xmlns:a="http://schemas.openxmlformats.org/drawingml/2006/main" noGrp="1"/>
          </p:cNvSpPr>
          <p:nvPr/>
        </p:nvSpPr>
        <p:spPr>
          <a:xfrm xmlns:a="http://schemas.openxmlformats.org/drawingml/2006/main">
            <a:off x="952500" y="6477000"/>
            <a:ext cx="1143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FFFFF"/>
                </a:solidFill>
                <a:latin typeface="Malgun Gothic"/>
                <a:ea typeface="Malgun Gothic"/>
                <a:cs typeface="Malgun Gothic"/>
              </a:defRPr>
            </a:defPPr>
          </a:lstStyle>
          <a:p xmlns:a="http://schemas.openxmlformats.org/drawingml/2006/main">
            <a:pPr>
              <a:defRPr sz="2100" b="0">
                <a:solidFill>
                  <a:srgbClr val="FFFFFF"/>
                </a:solidFill>
                <a:latin typeface="Malgun Gothic"/>
                <a:ea typeface="Malgun Gothic"/>
                <a:cs typeface="Malgun Gothic"/>
              </a:defRPr>
            </a:pPr>
            <a:r>
              <a:rPr sz="2100" b="0">
                <a:solidFill>
                  <a:srgbClr val="FFFFFF"/>
                </a:solidFill>
                <a:latin typeface="Malgun Gothic"/>
                <a:ea typeface="Malgun Gothic"/>
                <a:cs typeface="Malgun Gothic"/>
              </a:rPr>
              <a:t>현재 구현본 검토용</a:t>
            </a:r>
          </a:p>
        </p:txBody>
      </p:sp>
      <p:sp>
        <p:nvSpPr>
          <p:cNvPr id="5" name="">
            <a:extLst xmlns:a="http://schemas.openxmlformats.org/drawingml/2006/main">
              <a:ext uri="{FF2B5EF4-FFF2-40B4-BE49-F238E27FC236}">
                <a16:creationId xmlns:a16="http://schemas.microsoft.com/office/drawing/2014/main" id="{4F01A00C-6DAA-4446-A197-B68C88FDC52B}"/>
              </a:ext>
            </a:extLst>
          </p:cNvPr>
          <p:cNvSpPr>
            <a:spLocks xmlns:a="http://schemas.openxmlformats.org/drawingml/2006/main" noGrp="1"/>
          </p:cNvSpPr>
          <p:nvPr/>
        </p:nvSpPr>
        <p:spPr>
          <a:xfrm xmlns:a="http://schemas.openxmlformats.org/drawingml/2006/main">
            <a:off x="952500" y="7181850"/>
            <a:ext cx="1143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E3E9FF"/>
                </a:solidFill>
                <a:latin typeface="Malgun Gothic"/>
                <a:ea typeface="Malgun Gothic"/>
                <a:cs typeface="Malgun Gothic"/>
              </a:defRPr>
            </a:defPPr>
          </a:lstStyle>
          <a:p xmlns:a="http://schemas.openxmlformats.org/drawingml/2006/main">
            <a:pPr>
              <a:defRPr sz="1650" b="0">
                <a:solidFill>
                  <a:srgbClr val="E3E9FF"/>
                </a:solidFill>
                <a:latin typeface="Malgun Gothic"/>
                <a:ea typeface="Malgun Gothic"/>
                <a:cs typeface="Malgun Gothic"/>
              </a:defRPr>
            </a:pPr>
            <a:r>
              <a:rPr sz="1650" b="0">
                <a:solidFill>
                  <a:srgbClr val="E3E9FF"/>
                </a:solidFill>
                <a:latin typeface="Malgun Gothic"/>
                <a:ea typeface="Malgun Gothic"/>
                <a:cs typeface="Malgun Gothic"/>
              </a:rPr>
              <a:t>2026.10.14</a:t>
            </a:r>
          </a:p>
        </p:txBody>
      </p:sp>
    </p:spTree>
    <p:extLst>
      <p:ext uri="{BB962C8B-B14F-4D97-AF65-F5344CB8AC3E}">
        <p14:creationId xmlns:p14="http://schemas.microsoft.com/office/powerpoint/2010/main" val="488619593"/>
      </p:ext>
    </p:extLst>
  </p:cSld>
</p:sld>
</file>

<file path=ppt/slides/slide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B3E2015-965D-4042-8E1C-EABF2B657B3E}"/>
              </a:ext>
            </a:extLst>
          </p:cNvPr>
          <p:cNvSpPr>
            <a:spLocks xmlns:a="http://schemas.openxmlformats.org/drawingml/2006/main" noGrp="1"/>
          </p:cNvSpPr>
          <p:nvPr/>
        </p:nvSpPr>
        <p:spPr>
          <a:xfrm xmlns:a="http://schemas.openxmlformats.org/drawingml/2006/main">
            <a:off x="609600" y="419100"/>
            <a:ext cx="1381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02C3D"/>
                </a:solidFill>
                <a:latin typeface="Malgun Gothic"/>
                <a:ea typeface="Malgun Gothic"/>
                <a:cs typeface="Malgun Gothic"/>
              </a:defRPr>
            </a:defPPr>
          </a:lstStyle>
          <a:p xmlns:a="http://schemas.openxmlformats.org/drawingml/2006/main">
            <a:pPr>
              <a:defRPr sz="3300" b="1">
                <a:solidFill>
                  <a:srgbClr val="202C3D"/>
                </a:solidFill>
                <a:latin typeface="Malgun Gothic"/>
                <a:ea typeface="Malgun Gothic"/>
                <a:cs typeface="Malgun Gothic"/>
              </a:defRPr>
            </a:pPr>
            <a:r>
              <a:rPr sz="3300" b="1">
                <a:solidFill>
                  <a:srgbClr val="202C3D"/>
                </a:solidFill>
                <a:latin typeface="Malgun Gothic"/>
                <a:ea typeface="Malgun Gothic"/>
                <a:cs typeface="Malgun Gothic"/>
              </a:rPr>
              <a:t>회의 이용 흐름</a:t>
            </a:r>
          </a:p>
        </p:txBody>
      </p:sp>
      <p:sp>
        <p:nvSpPr>
          <p:cNvPr id="2" name="">
            <a:extLst xmlns:a="http://schemas.openxmlformats.org/drawingml/2006/main">
              <a:ext uri="{FF2B5EF4-FFF2-40B4-BE49-F238E27FC236}">
                <a16:creationId xmlns:a16="http://schemas.microsoft.com/office/drawing/2014/main" id="{9CB3B40F-4DB4-4754-AD7C-23248EC5F797}"/>
              </a:ext>
            </a:extLst>
          </p:cNvPr>
          <p:cNvSpPr>
            <a:spLocks xmlns:a="http://schemas.openxmlformats.org/drawingml/2006/main" noGrp="1"/>
          </p:cNvSpPr>
          <p:nvPr/>
        </p:nvSpPr>
        <p:spPr>
          <a:xfrm xmlns:a="http://schemas.openxmlformats.org/drawingml/2006/main">
            <a:off x="628650" y="1123950"/>
            <a:ext cx="1381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667489"/>
                </a:solidFill>
                <a:latin typeface="Malgun Gothic"/>
                <a:ea typeface="Malgun Gothic"/>
                <a:cs typeface="Malgun Gothic"/>
              </a:defRPr>
            </a:defPPr>
          </a:lstStyle>
          <a:p xmlns:a="http://schemas.openxmlformats.org/drawingml/2006/main">
            <a:pPr>
              <a:defRPr sz="1800" b="0">
                <a:solidFill>
                  <a:srgbClr val="667489"/>
                </a:solidFill>
                <a:latin typeface="Malgun Gothic"/>
                <a:ea typeface="Malgun Gothic"/>
                <a:cs typeface="Malgun Gothic"/>
              </a:defRPr>
            </a:pPr>
            <a:r>
              <a:rPr sz="1800" b="0">
                <a:solidFill>
                  <a:srgbClr val="667489"/>
                </a:solidFill>
                <a:latin typeface="Malgun Gothic"/>
                <a:ea typeface="Malgun Gothic"/>
                <a:cs typeface="Malgun Gothic"/>
              </a:rPr>
              <a:t>방장은 방을 만들고, 참여자는 초대 링크로 들어옵니다</a:t>
            </a:r>
          </a:p>
        </p:txBody>
      </p:sp>
      <p:sp>
        <p:nvSpPr>
          <p:cNvPr id="3" name="">
            <a:extLst xmlns:a="http://schemas.openxmlformats.org/drawingml/2006/main">
              <a:ext uri="{FF2B5EF4-FFF2-40B4-BE49-F238E27FC236}">
                <a16:creationId xmlns:a16="http://schemas.microsoft.com/office/drawing/2014/main" id="{257E7374-BDEB-4820-B3EC-6FE145B2AE18}"/>
              </a:ext>
            </a:extLst>
          </p:cNvPr>
          <p:cNvSpPr>
            <a:spLocks xmlns:a="http://schemas.openxmlformats.org/drawingml/2006/main" noGrp="1"/>
          </p:cNvSpPr>
          <p:nvPr/>
        </p:nvSpPr>
        <p:spPr>
          <a:xfrm xmlns:a="http://schemas.openxmlformats.org/drawingml/2006/main">
            <a:off x="14001750" y="80581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67489"/>
                </a:solidFill>
                <a:latin typeface="Malgun Gothic"/>
                <a:ea typeface="Malgun Gothic"/>
                <a:cs typeface="Malgun Gothic"/>
              </a:defRPr>
            </a:defPPr>
          </a:lstStyle>
          <a:p xmlns:a="http://schemas.openxmlformats.org/drawingml/2006/main">
            <a:pPr>
              <a:defRPr sz="1350" b="0">
                <a:solidFill>
                  <a:srgbClr val="667489"/>
                </a:solidFill>
                <a:latin typeface="Malgun Gothic"/>
                <a:ea typeface="Malgun Gothic"/>
                <a:cs typeface="Malgun Gothic"/>
              </a:defRPr>
            </a:pPr>
            <a:r>
              <a:rPr sz="1350" b="0">
                <a:solidFill>
                  <a:srgbClr val="667489"/>
                </a:solidFill>
                <a:latin typeface="Malgun Gothic"/>
                <a:ea typeface="Malgun Gothic"/>
                <a:cs typeface="Malgun Gothic"/>
              </a:rPr>
              <a:t>02</a:t>
            </a:r>
          </a:p>
        </p:txBody>
      </p:sp>
      <p:pic>
        <p:nvPicPr>
          <p:cNvPr id="4" name="">
            <a:extLst xmlns:a="http://schemas.openxmlformats.org/drawingml/2006/main">
              <a:ext uri="{FF2B5EF4-FFF2-40B4-BE49-F238E27FC236}">
                <a16:creationId xmlns:a16="http://schemas.microsoft.com/office/drawing/2014/main" id="{03738AFA-AF96-4E53-A35C-F65DB35212C8}"/>
              </a:ext>
            </a:extLst>
          </p:cNvPr>
          <p:cNvPicPr>
            <a:picLocks xmlns:a="http://schemas.openxmlformats.org/drawingml/2006/main" noChangeAspect="1"/>
          </p:cNvPicPr>
          <p:nvPr/>
        </p:nvPicPr>
        <p:blipFill>
          <a:blip xmlns:r="http://schemas.openxmlformats.org/officeDocument/2006/relationships" xmlns:a="http://schemas.openxmlformats.org/drawingml/2006/main" r:embed="R01f6db7e1e374946"/>
          <a:stretch xmlns:a="http://schemas.openxmlformats.org/drawingml/2006/main"/>
        </p:blipFill>
        <p:spPr>
          <a:xfrm xmlns:a="http://schemas.openxmlformats.org/drawingml/2006/main">
            <a:off x="506493" y="2047875"/>
            <a:ext cx="9655015" cy="5334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989F343-51FF-4CDA-88FB-8BA3D29CD523}"/>
              </a:ext>
            </a:extLst>
          </p:cNvPr>
          <p:cNvSpPr>
            <a:spLocks xmlns:a="http://schemas.openxmlformats.org/drawingml/2006/main" noGrp="1"/>
          </p:cNvSpPr>
          <p:nvPr/>
        </p:nvSpPr>
        <p:spPr>
          <a:xfrm xmlns:a="http://schemas.openxmlformats.org/drawingml/2006/main">
            <a:off x="10477500" y="2095500"/>
            <a:ext cx="400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859ED"/>
                </a:solidFill>
                <a:latin typeface="Malgun Gothic"/>
                <a:ea typeface="Malgun Gothic"/>
                <a:cs typeface="Malgun Gothic"/>
              </a:defRPr>
            </a:defPPr>
          </a:lstStyle>
          <a:p xmlns:a="http://schemas.openxmlformats.org/drawingml/2006/main">
            <a:pPr>
              <a:defRPr sz="2250" b="1">
                <a:solidFill>
                  <a:srgbClr val="3859ED"/>
                </a:solidFill>
                <a:latin typeface="Malgun Gothic"/>
                <a:ea typeface="Malgun Gothic"/>
                <a:cs typeface="Malgun Gothic"/>
              </a:defRPr>
            </a:pPr>
            <a:r>
              <a:rPr sz="2250" b="1">
                <a:solidFill>
                  <a:srgbClr val="3859ED"/>
                </a:solidFill>
                <a:latin typeface="Malgun Gothic"/>
                <a:ea typeface="Malgun Gothic"/>
                <a:cs typeface="Malgun Gothic"/>
              </a:rPr>
              <a:t>01  방 만들기</a:t>
            </a:r>
          </a:p>
        </p:txBody>
      </p:sp>
      <p:sp>
        <p:nvSpPr>
          <p:cNvPr id="6" name="">
            <a:extLst xmlns:a="http://schemas.openxmlformats.org/drawingml/2006/main">
              <a:ext uri="{FF2B5EF4-FFF2-40B4-BE49-F238E27FC236}">
                <a16:creationId xmlns:a16="http://schemas.microsoft.com/office/drawing/2014/main" id="{B0A1EC75-E95D-4680-AA20-BFBCB73B5FED}"/>
              </a:ext>
            </a:extLst>
          </p:cNvPr>
          <p:cNvSpPr>
            <a:spLocks xmlns:a="http://schemas.openxmlformats.org/drawingml/2006/main" noGrp="1"/>
          </p:cNvSpPr>
          <p:nvPr/>
        </p:nvSpPr>
        <p:spPr>
          <a:xfrm xmlns:a="http://schemas.openxmlformats.org/drawingml/2006/main">
            <a:off x="10477500" y="2590800"/>
            <a:ext cx="4000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02C3D"/>
                </a:solidFill>
                <a:latin typeface="Malgun Gothic"/>
                <a:ea typeface="Malgun Gothic"/>
                <a:cs typeface="Malgun Gothic"/>
              </a:defRPr>
            </a:defPPr>
          </a:lstStyle>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이름과 회의 방식을 정합니다.</a:t>
            </a:r>
          </a:p>
        </p:txBody>
      </p:sp>
      <p:sp>
        <p:nvSpPr>
          <p:cNvPr id="7" name="">
            <a:extLst xmlns:a="http://schemas.openxmlformats.org/drawingml/2006/main">
              <a:ext uri="{FF2B5EF4-FFF2-40B4-BE49-F238E27FC236}">
                <a16:creationId xmlns:a16="http://schemas.microsoft.com/office/drawing/2014/main" id="{29CCFC30-06BE-4923-A779-5FBB66E796BA}"/>
              </a:ext>
            </a:extLst>
          </p:cNvPr>
          <p:cNvSpPr>
            <a:spLocks xmlns:a="http://schemas.openxmlformats.org/drawingml/2006/main" noGrp="1"/>
          </p:cNvSpPr>
          <p:nvPr/>
        </p:nvSpPr>
        <p:spPr>
          <a:xfrm xmlns:a="http://schemas.openxmlformats.org/drawingml/2006/main">
            <a:off x="10477500" y="3429000"/>
            <a:ext cx="400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859ED"/>
                </a:solidFill>
                <a:latin typeface="Malgun Gothic"/>
                <a:ea typeface="Malgun Gothic"/>
                <a:cs typeface="Malgun Gothic"/>
              </a:defRPr>
            </a:defPPr>
          </a:lstStyle>
          <a:p xmlns:a="http://schemas.openxmlformats.org/drawingml/2006/main">
            <a:pPr>
              <a:defRPr sz="2250" b="1">
                <a:solidFill>
                  <a:srgbClr val="3859ED"/>
                </a:solidFill>
                <a:latin typeface="Malgun Gothic"/>
                <a:ea typeface="Malgun Gothic"/>
                <a:cs typeface="Malgun Gothic"/>
              </a:defRPr>
            </a:pPr>
            <a:r>
              <a:rPr sz="2250" b="1">
                <a:solidFill>
                  <a:srgbClr val="3859ED"/>
                </a:solidFill>
                <a:latin typeface="Malgun Gothic"/>
                <a:ea typeface="Malgun Gothic"/>
                <a:cs typeface="Malgun Gothic"/>
              </a:rPr>
              <a:t>02  초대 링크 공유</a:t>
            </a:r>
          </a:p>
        </p:txBody>
      </p:sp>
      <p:sp>
        <p:nvSpPr>
          <p:cNvPr id="8" name="">
            <a:extLst xmlns:a="http://schemas.openxmlformats.org/drawingml/2006/main">
              <a:ext uri="{FF2B5EF4-FFF2-40B4-BE49-F238E27FC236}">
                <a16:creationId xmlns:a16="http://schemas.microsoft.com/office/drawing/2014/main" id="{F01F91B0-3B58-49D7-BE9C-7B947E65691F}"/>
              </a:ext>
            </a:extLst>
          </p:cNvPr>
          <p:cNvSpPr>
            <a:spLocks xmlns:a="http://schemas.openxmlformats.org/drawingml/2006/main" noGrp="1"/>
          </p:cNvSpPr>
          <p:nvPr/>
        </p:nvSpPr>
        <p:spPr>
          <a:xfrm xmlns:a="http://schemas.openxmlformats.org/drawingml/2006/main">
            <a:off x="10477500" y="3924300"/>
            <a:ext cx="4000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02C3D"/>
                </a:solidFill>
                <a:latin typeface="Malgun Gothic"/>
                <a:ea typeface="Malgun Gothic"/>
                <a:cs typeface="Malgun Gothic"/>
              </a:defRPr>
            </a:defPPr>
          </a:lstStyle>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방장이 링크를 복사해 보냅니다.</a:t>
            </a:r>
          </a:p>
        </p:txBody>
      </p:sp>
      <p:sp>
        <p:nvSpPr>
          <p:cNvPr id="9" name="">
            <a:extLst xmlns:a="http://schemas.openxmlformats.org/drawingml/2006/main">
              <a:ext uri="{FF2B5EF4-FFF2-40B4-BE49-F238E27FC236}">
                <a16:creationId xmlns:a16="http://schemas.microsoft.com/office/drawing/2014/main" id="{AC6A5169-92EA-477C-8570-F3EF67156888}"/>
              </a:ext>
            </a:extLst>
          </p:cNvPr>
          <p:cNvSpPr>
            <a:spLocks xmlns:a="http://schemas.openxmlformats.org/drawingml/2006/main" noGrp="1"/>
          </p:cNvSpPr>
          <p:nvPr/>
        </p:nvSpPr>
        <p:spPr>
          <a:xfrm xmlns:a="http://schemas.openxmlformats.org/drawingml/2006/main">
            <a:off x="10477500" y="4762500"/>
            <a:ext cx="400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859ED"/>
                </a:solidFill>
                <a:latin typeface="Malgun Gothic"/>
                <a:ea typeface="Malgun Gothic"/>
                <a:cs typeface="Malgun Gothic"/>
              </a:defRPr>
            </a:defPPr>
          </a:lstStyle>
          <a:p xmlns:a="http://schemas.openxmlformats.org/drawingml/2006/main">
            <a:pPr>
              <a:defRPr sz="2250" b="1">
                <a:solidFill>
                  <a:srgbClr val="3859ED"/>
                </a:solidFill>
                <a:latin typeface="Malgun Gothic"/>
                <a:ea typeface="Malgun Gothic"/>
                <a:cs typeface="Malgun Gothic"/>
              </a:defRPr>
            </a:pPr>
            <a:r>
              <a:rPr sz="2250" b="1">
                <a:solidFill>
                  <a:srgbClr val="3859ED"/>
                </a:solidFill>
                <a:latin typeface="Malgun Gothic"/>
                <a:ea typeface="Malgun Gothic"/>
                <a:cs typeface="Malgun Gothic"/>
              </a:rPr>
              <a:t>03  회의 참여</a:t>
            </a:r>
          </a:p>
        </p:txBody>
      </p:sp>
      <p:sp>
        <p:nvSpPr>
          <p:cNvPr id="10" name="">
            <a:extLst xmlns:a="http://schemas.openxmlformats.org/drawingml/2006/main">
              <a:ext uri="{FF2B5EF4-FFF2-40B4-BE49-F238E27FC236}">
                <a16:creationId xmlns:a16="http://schemas.microsoft.com/office/drawing/2014/main" id="{7EC5468F-2A26-47D9-97AF-2E391EB06040}"/>
              </a:ext>
            </a:extLst>
          </p:cNvPr>
          <p:cNvSpPr>
            <a:spLocks xmlns:a="http://schemas.openxmlformats.org/drawingml/2006/main" noGrp="1"/>
          </p:cNvSpPr>
          <p:nvPr/>
        </p:nvSpPr>
        <p:spPr>
          <a:xfrm xmlns:a="http://schemas.openxmlformats.org/drawingml/2006/main">
            <a:off x="10477500" y="5257800"/>
            <a:ext cx="4000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02C3D"/>
                </a:solidFill>
                <a:latin typeface="Malgun Gothic"/>
                <a:ea typeface="Malgun Gothic"/>
                <a:cs typeface="Malgun Gothic"/>
              </a:defRPr>
            </a:defPPr>
          </a:lstStyle>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이름과 장치 설정을 확인합니다.</a:t>
            </a:r>
          </a:p>
        </p:txBody>
      </p:sp>
      <p:sp>
        <p:nvSpPr>
          <p:cNvPr id="11" name="">
            <a:extLst xmlns:a="http://schemas.openxmlformats.org/drawingml/2006/main">
              <a:ext uri="{FF2B5EF4-FFF2-40B4-BE49-F238E27FC236}">
                <a16:creationId xmlns:a16="http://schemas.microsoft.com/office/drawing/2014/main" id="{3E5447F2-B4C7-4387-B8C8-C40CB3B99155}"/>
              </a:ext>
            </a:extLst>
          </p:cNvPr>
          <p:cNvSpPr>
            <a:spLocks xmlns:a="http://schemas.openxmlformats.org/drawingml/2006/main" noGrp="1"/>
          </p:cNvSpPr>
          <p:nvPr/>
        </p:nvSpPr>
        <p:spPr>
          <a:xfrm xmlns:a="http://schemas.openxmlformats.org/drawingml/2006/main">
            <a:off x="10477500" y="6096000"/>
            <a:ext cx="400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859ED"/>
                </a:solidFill>
                <a:latin typeface="Malgun Gothic"/>
                <a:ea typeface="Malgun Gothic"/>
                <a:cs typeface="Malgun Gothic"/>
              </a:defRPr>
            </a:defPPr>
          </a:lstStyle>
          <a:p xmlns:a="http://schemas.openxmlformats.org/drawingml/2006/main">
            <a:pPr>
              <a:defRPr sz="2250" b="1">
                <a:solidFill>
                  <a:srgbClr val="3859ED"/>
                </a:solidFill>
                <a:latin typeface="Malgun Gothic"/>
                <a:ea typeface="Malgun Gothic"/>
                <a:cs typeface="Malgun Gothic"/>
              </a:defRPr>
            </a:pPr>
            <a:r>
              <a:rPr sz="2250" b="1">
                <a:solidFill>
                  <a:srgbClr val="3859ED"/>
                </a:solidFill>
                <a:latin typeface="Malgun Gothic"/>
                <a:ea typeface="Malgun Gothic"/>
                <a:cs typeface="Malgun Gothic"/>
              </a:rPr>
              <a:t>04  회의 진행</a:t>
            </a:r>
          </a:p>
        </p:txBody>
      </p:sp>
      <p:sp>
        <p:nvSpPr>
          <p:cNvPr id="12" name="">
            <a:extLst xmlns:a="http://schemas.openxmlformats.org/drawingml/2006/main">
              <a:ext uri="{FF2B5EF4-FFF2-40B4-BE49-F238E27FC236}">
                <a16:creationId xmlns:a16="http://schemas.microsoft.com/office/drawing/2014/main" id="{30D0E93D-F99C-43E2-94B2-603EAF6655C5}"/>
              </a:ext>
            </a:extLst>
          </p:cNvPr>
          <p:cNvSpPr>
            <a:spLocks xmlns:a="http://schemas.openxmlformats.org/drawingml/2006/main" noGrp="1"/>
          </p:cNvSpPr>
          <p:nvPr/>
        </p:nvSpPr>
        <p:spPr>
          <a:xfrm xmlns:a="http://schemas.openxmlformats.org/drawingml/2006/main">
            <a:off x="10477500" y="6591300"/>
            <a:ext cx="4000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02C3D"/>
                </a:solidFill>
                <a:latin typeface="Malgun Gothic"/>
                <a:ea typeface="Malgun Gothic"/>
                <a:cs typeface="Malgun Gothic"/>
              </a:defRPr>
            </a:defPPr>
          </a:lstStyle>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발표하고 회의록을 저장합니다.</a:t>
            </a:r>
          </a:p>
        </p:txBody>
      </p:sp>
      <p:sp>
        <p:nvSpPr>
          <p:cNvPr id="13" name="">
            <a:extLst xmlns:a="http://schemas.openxmlformats.org/drawingml/2006/main">
              <a:ext uri="{FF2B5EF4-FFF2-40B4-BE49-F238E27FC236}">
                <a16:creationId xmlns:a16="http://schemas.microsoft.com/office/drawing/2014/main" id="{440B2094-F1E3-4948-B783-07613D6F506F}"/>
              </a:ext>
            </a:extLst>
          </p:cNvPr>
          <p:cNvSpPr>
            <a:spLocks xmlns:a="http://schemas.openxmlformats.org/drawingml/2006/main" noGrp="1"/>
          </p:cNvSpPr>
          <p:nvPr/>
        </p:nvSpPr>
        <p:spPr>
          <a:xfrm xmlns:a="http://schemas.openxmlformats.org/drawingml/2006/main">
            <a:off x="628650" y="7972425"/>
            <a:ext cx="1295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67489"/>
                </a:solidFill>
                <a:latin typeface="Malgun Gothic"/>
                <a:ea typeface="Malgun Gothic"/>
                <a:cs typeface="Malgun Gothic"/>
              </a:defRPr>
            </a:defPPr>
          </a:lstStyle>
          <a:p xmlns:a="http://schemas.openxmlformats.org/drawingml/2006/main">
            <a:pPr>
              <a:defRPr sz="1350" b="0">
                <a:solidFill>
                  <a:srgbClr val="667489"/>
                </a:solidFill>
                <a:latin typeface="Malgun Gothic"/>
                <a:ea typeface="Malgun Gothic"/>
                <a:cs typeface="Malgun Gothic"/>
              </a:defRPr>
            </a:pPr>
            <a:r>
              <a:rPr sz="1350" b="0">
                <a:solidFill>
                  <a:srgbClr val="667489"/>
                </a:solidFill>
                <a:latin typeface="Malgun Gothic"/>
                <a:ea typeface="Malgun Gothic"/>
                <a:cs typeface="Malgun Gothic"/>
              </a:rPr>
              <a:t>브라우저에서 이용하며, 참여자 PC에 Python을 설치할 필요가 없습니다.</a:t>
            </a:r>
          </a:p>
        </p:txBody>
      </p:sp>
    </p:spTree>
    <p:extLst>
      <p:ext uri="{BB962C8B-B14F-4D97-AF65-F5344CB8AC3E}">
        <p14:creationId xmlns:p14="http://schemas.microsoft.com/office/powerpoint/2010/main" val="1100995140"/>
      </p:ext>
    </p:extLst>
  </p:cSld>
</p:sld>
</file>

<file path=ppt/slides/slide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03ECE16-6FA2-42B6-A457-2C97AC0C456D}"/>
              </a:ext>
            </a:extLst>
          </p:cNvPr>
          <p:cNvSpPr>
            <a:spLocks xmlns:a="http://schemas.openxmlformats.org/drawingml/2006/main" noGrp="1"/>
          </p:cNvSpPr>
          <p:nvPr/>
        </p:nvSpPr>
        <p:spPr>
          <a:xfrm xmlns:a="http://schemas.openxmlformats.org/drawingml/2006/main">
            <a:off x="609600" y="419100"/>
            <a:ext cx="1381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02C3D"/>
                </a:solidFill>
                <a:latin typeface="Malgun Gothic"/>
                <a:ea typeface="Malgun Gothic"/>
                <a:cs typeface="Malgun Gothic"/>
              </a:defRPr>
            </a:defPPr>
          </a:lstStyle>
          <a:p xmlns:a="http://schemas.openxmlformats.org/drawingml/2006/main">
            <a:pPr>
              <a:defRPr sz="3300" b="1">
                <a:solidFill>
                  <a:srgbClr val="202C3D"/>
                </a:solidFill>
                <a:latin typeface="Malgun Gothic"/>
                <a:ea typeface="Malgun Gothic"/>
                <a:cs typeface="Malgun Gothic"/>
              </a:defRPr>
            </a:pPr>
            <a:r>
              <a:rPr sz="3300" b="1">
                <a:solidFill>
                  <a:srgbClr val="202C3D"/>
                </a:solidFill>
                <a:latin typeface="Malgun Gothic"/>
                <a:ea typeface="Malgun Gothic"/>
                <a:cs typeface="Malgun Gothic"/>
              </a:rPr>
              <a:t>입장 전 접속 설정</a:t>
            </a:r>
          </a:p>
        </p:txBody>
      </p:sp>
      <p:sp>
        <p:nvSpPr>
          <p:cNvPr id="2" name="">
            <a:extLst xmlns:a="http://schemas.openxmlformats.org/drawingml/2006/main">
              <a:ext uri="{FF2B5EF4-FFF2-40B4-BE49-F238E27FC236}">
                <a16:creationId xmlns:a16="http://schemas.microsoft.com/office/drawing/2014/main" id="{5E382E8B-7431-433D-B64F-C014A147D0EB}"/>
              </a:ext>
            </a:extLst>
          </p:cNvPr>
          <p:cNvSpPr>
            <a:spLocks xmlns:a="http://schemas.openxmlformats.org/drawingml/2006/main" noGrp="1"/>
          </p:cNvSpPr>
          <p:nvPr/>
        </p:nvSpPr>
        <p:spPr>
          <a:xfrm xmlns:a="http://schemas.openxmlformats.org/drawingml/2006/main">
            <a:off x="628650" y="1123950"/>
            <a:ext cx="1381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667489"/>
                </a:solidFill>
                <a:latin typeface="Malgun Gothic"/>
                <a:ea typeface="Malgun Gothic"/>
                <a:cs typeface="Malgun Gothic"/>
              </a:defRPr>
            </a:defPPr>
          </a:lstStyle>
          <a:p xmlns:a="http://schemas.openxmlformats.org/drawingml/2006/main">
            <a:pPr>
              <a:defRPr sz="1800" b="0">
                <a:solidFill>
                  <a:srgbClr val="667489"/>
                </a:solidFill>
                <a:latin typeface="Malgun Gothic"/>
                <a:ea typeface="Malgun Gothic"/>
                <a:cs typeface="Malgun Gothic"/>
              </a:defRPr>
            </a:pPr>
            <a:r>
              <a:rPr sz="1800" b="0">
                <a:solidFill>
                  <a:srgbClr val="667489"/>
                </a:solidFill>
                <a:latin typeface="Malgun Gothic"/>
                <a:ea typeface="Malgun Gothic"/>
                <a:cs typeface="Malgun Gothic"/>
              </a:rPr>
              <a:t>마이크와 스피커는 기본 꺼짐입니다</a:t>
            </a:r>
          </a:p>
        </p:txBody>
      </p:sp>
      <p:sp>
        <p:nvSpPr>
          <p:cNvPr id="3" name="">
            <a:extLst xmlns:a="http://schemas.openxmlformats.org/drawingml/2006/main">
              <a:ext uri="{FF2B5EF4-FFF2-40B4-BE49-F238E27FC236}">
                <a16:creationId xmlns:a16="http://schemas.microsoft.com/office/drawing/2014/main" id="{0AECF931-9C75-4ED0-9A70-D18BAF54F82B}"/>
              </a:ext>
            </a:extLst>
          </p:cNvPr>
          <p:cNvSpPr>
            <a:spLocks xmlns:a="http://schemas.openxmlformats.org/drawingml/2006/main" noGrp="1"/>
          </p:cNvSpPr>
          <p:nvPr/>
        </p:nvSpPr>
        <p:spPr>
          <a:xfrm xmlns:a="http://schemas.openxmlformats.org/drawingml/2006/main">
            <a:off x="14001750" y="80581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67489"/>
                </a:solidFill>
                <a:latin typeface="Malgun Gothic"/>
                <a:ea typeface="Malgun Gothic"/>
                <a:cs typeface="Malgun Gothic"/>
              </a:defRPr>
            </a:defPPr>
          </a:lstStyle>
          <a:p xmlns:a="http://schemas.openxmlformats.org/drawingml/2006/main">
            <a:pPr>
              <a:defRPr sz="1350" b="0">
                <a:solidFill>
                  <a:srgbClr val="667489"/>
                </a:solidFill>
                <a:latin typeface="Malgun Gothic"/>
                <a:ea typeface="Malgun Gothic"/>
                <a:cs typeface="Malgun Gothic"/>
              </a:defRPr>
            </a:pPr>
            <a:r>
              <a:rPr sz="1350" b="0">
                <a:solidFill>
                  <a:srgbClr val="667489"/>
                </a:solidFill>
                <a:latin typeface="Malgun Gothic"/>
                <a:ea typeface="Malgun Gothic"/>
                <a:cs typeface="Malgun Gothic"/>
              </a:rPr>
              <a:t>03</a:t>
            </a:r>
          </a:p>
        </p:txBody>
      </p:sp>
      <p:pic>
        <p:nvPicPr>
          <p:cNvPr id="4" name="">
            <a:extLst xmlns:a="http://schemas.openxmlformats.org/drawingml/2006/main">
              <a:ext uri="{FF2B5EF4-FFF2-40B4-BE49-F238E27FC236}">
                <a16:creationId xmlns:a16="http://schemas.microsoft.com/office/drawing/2014/main" id="{701E924D-260B-4074-AD94-4ECFDD48D34B}"/>
              </a:ext>
            </a:extLst>
          </p:cNvPr>
          <p:cNvPicPr>
            <a:picLocks xmlns:a="http://schemas.openxmlformats.org/drawingml/2006/main" noChangeAspect="1"/>
          </p:cNvPicPr>
          <p:nvPr/>
        </p:nvPicPr>
        <p:blipFill>
          <a:blip xmlns:r="http://schemas.openxmlformats.org/officeDocument/2006/relationships" xmlns:a="http://schemas.openxmlformats.org/drawingml/2006/main" r:embed="Rdc17432e5f4e45f0"/>
          <a:stretch xmlns:a="http://schemas.openxmlformats.org/drawingml/2006/main"/>
        </p:blipFill>
        <p:spPr>
          <a:xfrm xmlns:a="http://schemas.openxmlformats.org/drawingml/2006/main">
            <a:off x="1731223" y="1762125"/>
            <a:ext cx="4252804" cy="5810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CC8DA30-6FCB-4A98-9F7F-13AED08775C1}"/>
              </a:ext>
            </a:extLst>
          </p:cNvPr>
          <p:cNvSpPr>
            <a:spLocks xmlns:a="http://schemas.openxmlformats.org/drawingml/2006/main" noGrp="1"/>
          </p:cNvSpPr>
          <p:nvPr/>
        </p:nvSpPr>
        <p:spPr>
          <a:xfrm xmlns:a="http://schemas.openxmlformats.org/drawingml/2006/main">
            <a:off x="7715250" y="2190750"/>
            <a:ext cx="647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859ED"/>
                </a:solidFill>
                <a:latin typeface="Malgun Gothic"/>
                <a:ea typeface="Malgun Gothic"/>
                <a:cs typeface="Malgun Gothic"/>
              </a:defRPr>
            </a:defPPr>
          </a:lstStyle>
          <a:p xmlns:a="http://schemas.openxmlformats.org/drawingml/2006/main">
            <a:pPr>
              <a:defRPr sz="2250" b="1">
                <a:solidFill>
                  <a:srgbClr val="3859ED"/>
                </a:solidFill>
                <a:latin typeface="Malgun Gothic"/>
                <a:ea typeface="Malgun Gothic"/>
                <a:cs typeface="Malgun Gothic"/>
              </a:defRPr>
            </a:pPr>
            <a:r>
              <a:rPr sz="2250" b="1">
                <a:solidFill>
                  <a:srgbClr val="3859ED"/>
                </a:solidFill>
                <a:latin typeface="Malgun Gothic"/>
                <a:ea typeface="Malgun Gothic"/>
                <a:cs typeface="Malgun Gothic"/>
              </a:rPr>
              <a:t>중계 서버와 이름</a:t>
            </a:r>
          </a:p>
        </p:txBody>
      </p:sp>
      <p:sp>
        <p:nvSpPr>
          <p:cNvPr id="6" name="">
            <a:extLst xmlns:a="http://schemas.openxmlformats.org/drawingml/2006/main">
              <a:ext uri="{FF2B5EF4-FFF2-40B4-BE49-F238E27FC236}">
                <a16:creationId xmlns:a16="http://schemas.microsoft.com/office/drawing/2014/main" id="{BEB886D0-7A51-4843-95BC-2C4D31AF6B73}"/>
              </a:ext>
            </a:extLst>
          </p:cNvPr>
          <p:cNvSpPr>
            <a:spLocks xmlns:a="http://schemas.openxmlformats.org/drawingml/2006/main" noGrp="1"/>
          </p:cNvSpPr>
          <p:nvPr/>
        </p:nvSpPr>
        <p:spPr>
          <a:xfrm xmlns:a="http://schemas.openxmlformats.org/drawingml/2006/main">
            <a:off x="7715250" y="2686050"/>
            <a:ext cx="647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02C3D"/>
                </a:solidFill>
                <a:latin typeface="Malgun Gothic"/>
                <a:ea typeface="Malgun Gothic"/>
                <a:cs typeface="Malgun Gothic"/>
              </a:defRPr>
            </a:defPPr>
          </a:lstStyle>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서버 연결을 확인하고</a:t>
            </a:r>
          </a:p>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회의에서 사용할 이름을 입력합니다.</a:t>
            </a:r>
          </a:p>
        </p:txBody>
      </p:sp>
      <p:sp>
        <p:nvSpPr>
          <p:cNvPr id="7" name="">
            <a:extLst xmlns:a="http://schemas.openxmlformats.org/drawingml/2006/main">
              <a:ext uri="{FF2B5EF4-FFF2-40B4-BE49-F238E27FC236}">
                <a16:creationId xmlns:a16="http://schemas.microsoft.com/office/drawing/2014/main" id="{AF1D5E11-3BEC-47C8-86F1-8CBE4859D827}"/>
              </a:ext>
            </a:extLst>
          </p:cNvPr>
          <p:cNvSpPr>
            <a:spLocks xmlns:a="http://schemas.openxmlformats.org/drawingml/2006/main" noGrp="1"/>
          </p:cNvSpPr>
          <p:nvPr/>
        </p:nvSpPr>
        <p:spPr>
          <a:xfrm xmlns:a="http://schemas.openxmlformats.org/drawingml/2006/main">
            <a:off x="7715250" y="3905250"/>
            <a:ext cx="647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859ED"/>
                </a:solidFill>
                <a:latin typeface="Malgun Gothic"/>
                <a:ea typeface="Malgun Gothic"/>
                <a:cs typeface="Malgun Gothic"/>
              </a:defRPr>
            </a:defPPr>
          </a:lstStyle>
          <a:p xmlns:a="http://schemas.openxmlformats.org/drawingml/2006/main">
            <a:pPr>
              <a:defRPr sz="2250" b="1">
                <a:solidFill>
                  <a:srgbClr val="3859ED"/>
                </a:solidFill>
                <a:latin typeface="Malgun Gothic"/>
                <a:ea typeface="Malgun Gothic"/>
                <a:cs typeface="Malgun Gothic"/>
              </a:defRPr>
            </a:pPr>
            <a:r>
              <a:rPr sz="2250" b="1">
                <a:solidFill>
                  <a:srgbClr val="3859ED"/>
                </a:solidFill>
                <a:latin typeface="Malgun Gothic"/>
                <a:ea typeface="Malgun Gothic"/>
                <a:cs typeface="Malgun Gothic"/>
              </a:rPr>
              <a:t>장치를 직접 선택</a:t>
            </a:r>
          </a:p>
        </p:txBody>
      </p:sp>
      <p:sp>
        <p:nvSpPr>
          <p:cNvPr id="8" name="">
            <a:extLst xmlns:a="http://schemas.openxmlformats.org/drawingml/2006/main">
              <a:ext uri="{FF2B5EF4-FFF2-40B4-BE49-F238E27FC236}">
                <a16:creationId xmlns:a16="http://schemas.microsoft.com/office/drawing/2014/main" id="{AC74624C-1649-4D02-8693-116946691939}"/>
              </a:ext>
            </a:extLst>
          </p:cNvPr>
          <p:cNvSpPr>
            <a:spLocks xmlns:a="http://schemas.openxmlformats.org/drawingml/2006/main" noGrp="1"/>
          </p:cNvSpPr>
          <p:nvPr/>
        </p:nvSpPr>
        <p:spPr>
          <a:xfrm xmlns:a="http://schemas.openxmlformats.org/drawingml/2006/main">
            <a:off x="7715250" y="4400550"/>
            <a:ext cx="647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02C3D"/>
                </a:solidFill>
                <a:latin typeface="Malgun Gothic"/>
                <a:ea typeface="Malgun Gothic"/>
                <a:cs typeface="Malgun Gothic"/>
              </a:defRPr>
            </a:defPPr>
          </a:lstStyle>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마이크·스피커·카메라를</a:t>
            </a:r>
          </a:p>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각각 켜거나 끌 수 있습니다.</a:t>
            </a:r>
          </a:p>
        </p:txBody>
      </p:sp>
      <p:sp>
        <p:nvSpPr>
          <p:cNvPr id="9" name="">
            <a:extLst xmlns:a="http://schemas.openxmlformats.org/drawingml/2006/main">
              <a:ext uri="{FF2B5EF4-FFF2-40B4-BE49-F238E27FC236}">
                <a16:creationId xmlns:a16="http://schemas.microsoft.com/office/drawing/2014/main" id="{FF525B9E-64D3-463F-B669-BA3F290EF467}"/>
              </a:ext>
            </a:extLst>
          </p:cNvPr>
          <p:cNvSpPr>
            <a:spLocks xmlns:a="http://schemas.openxmlformats.org/drawingml/2006/main" noGrp="1"/>
          </p:cNvSpPr>
          <p:nvPr/>
        </p:nvSpPr>
        <p:spPr>
          <a:xfrm xmlns:a="http://schemas.openxmlformats.org/drawingml/2006/main">
            <a:off x="7715250" y="5619750"/>
            <a:ext cx="647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859ED"/>
                </a:solidFill>
                <a:latin typeface="Malgun Gothic"/>
                <a:ea typeface="Malgun Gothic"/>
                <a:cs typeface="Malgun Gothic"/>
              </a:defRPr>
            </a:defPPr>
          </a:lstStyle>
          <a:p xmlns:a="http://schemas.openxmlformats.org/drawingml/2006/main">
            <a:pPr>
              <a:defRPr sz="2250" b="1">
                <a:solidFill>
                  <a:srgbClr val="3859ED"/>
                </a:solidFill>
                <a:latin typeface="Malgun Gothic"/>
                <a:ea typeface="Malgun Gothic"/>
                <a:cs typeface="Malgun Gothic"/>
              </a:defRPr>
            </a:pPr>
            <a:r>
              <a:rPr sz="2250" b="1">
                <a:solidFill>
                  <a:srgbClr val="3859ED"/>
                </a:solidFill>
                <a:latin typeface="Malgun Gothic"/>
                <a:ea typeface="Malgun Gothic"/>
                <a:cs typeface="Malgun Gothic"/>
              </a:rPr>
              <a:t>사용자 선택 후 입장</a:t>
            </a:r>
          </a:p>
        </p:txBody>
      </p:sp>
      <p:sp>
        <p:nvSpPr>
          <p:cNvPr id="10" name="">
            <a:extLst xmlns:a="http://schemas.openxmlformats.org/drawingml/2006/main">
              <a:ext uri="{FF2B5EF4-FFF2-40B4-BE49-F238E27FC236}">
                <a16:creationId xmlns:a16="http://schemas.microsoft.com/office/drawing/2014/main" id="{6CE464FA-BD6C-44C4-835C-9960A268BA36}"/>
              </a:ext>
            </a:extLst>
          </p:cNvPr>
          <p:cNvSpPr>
            <a:spLocks xmlns:a="http://schemas.openxmlformats.org/drawingml/2006/main" noGrp="1"/>
          </p:cNvSpPr>
          <p:nvPr/>
        </p:nvSpPr>
        <p:spPr>
          <a:xfrm xmlns:a="http://schemas.openxmlformats.org/drawingml/2006/main">
            <a:off x="7715250" y="6115050"/>
            <a:ext cx="647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02C3D"/>
                </a:solidFill>
                <a:latin typeface="Malgun Gothic"/>
                <a:ea typeface="Malgun Gothic"/>
                <a:cs typeface="Malgun Gothic"/>
              </a:defRPr>
            </a:defPPr>
          </a:lstStyle>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링크를 열기만 해서는 입장하지 않으며,</a:t>
            </a:r>
          </a:p>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장치도 자동으로 켜지지 않습니다.</a:t>
            </a:r>
          </a:p>
        </p:txBody>
      </p:sp>
    </p:spTree>
    <p:extLst>
      <p:ext uri="{BB962C8B-B14F-4D97-AF65-F5344CB8AC3E}">
        <p14:creationId xmlns:p14="http://schemas.microsoft.com/office/powerpoint/2010/main" val="49891516"/>
      </p:ext>
    </p:extLst>
  </p:cSld>
</p:sld>
</file>

<file path=ppt/slides/slide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0C25639-A7C3-4160-B90D-771284C4590E}"/>
              </a:ext>
            </a:extLst>
          </p:cNvPr>
          <p:cNvSpPr>
            <a:spLocks xmlns:a="http://schemas.openxmlformats.org/drawingml/2006/main" noGrp="1"/>
          </p:cNvSpPr>
          <p:nvPr/>
        </p:nvSpPr>
        <p:spPr>
          <a:xfrm xmlns:a="http://schemas.openxmlformats.org/drawingml/2006/main">
            <a:off x="609600" y="419100"/>
            <a:ext cx="1381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02C3D"/>
                </a:solidFill>
                <a:latin typeface="Malgun Gothic"/>
                <a:ea typeface="Malgun Gothic"/>
                <a:cs typeface="Malgun Gothic"/>
              </a:defRPr>
            </a:defPPr>
          </a:lstStyle>
          <a:p xmlns:a="http://schemas.openxmlformats.org/drawingml/2006/main">
            <a:pPr>
              <a:defRPr sz="3300" b="1">
                <a:solidFill>
                  <a:srgbClr val="202C3D"/>
                </a:solidFill>
                <a:latin typeface="Malgun Gothic"/>
                <a:ea typeface="Malgun Gothic"/>
                <a:cs typeface="Malgun Gothic"/>
              </a:defRPr>
            </a:pPr>
            <a:r>
              <a:rPr sz="3300" b="1">
                <a:solidFill>
                  <a:srgbClr val="202C3D"/>
                </a:solidFill>
                <a:latin typeface="Malgun Gothic"/>
                <a:ea typeface="Malgun Gothic"/>
                <a:cs typeface="Malgun Gothic"/>
              </a:rPr>
              <a:t>방장의 새 회의 만들기</a:t>
            </a:r>
          </a:p>
        </p:txBody>
      </p:sp>
      <p:sp>
        <p:nvSpPr>
          <p:cNvPr id="2" name="">
            <a:extLst xmlns:a="http://schemas.openxmlformats.org/drawingml/2006/main">
              <a:ext uri="{FF2B5EF4-FFF2-40B4-BE49-F238E27FC236}">
                <a16:creationId xmlns:a16="http://schemas.microsoft.com/office/drawing/2014/main" id="{92624284-D34E-4AE7-942A-AF64F717B82E}"/>
              </a:ext>
            </a:extLst>
          </p:cNvPr>
          <p:cNvSpPr>
            <a:spLocks xmlns:a="http://schemas.openxmlformats.org/drawingml/2006/main" noGrp="1"/>
          </p:cNvSpPr>
          <p:nvPr/>
        </p:nvSpPr>
        <p:spPr>
          <a:xfrm xmlns:a="http://schemas.openxmlformats.org/drawingml/2006/main">
            <a:off x="628650" y="1123950"/>
            <a:ext cx="1381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667489"/>
                </a:solidFill>
                <a:latin typeface="Malgun Gothic"/>
                <a:ea typeface="Malgun Gothic"/>
                <a:cs typeface="Malgun Gothic"/>
              </a:defRPr>
            </a:defPPr>
          </a:lstStyle>
          <a:p xmlns:a="http://schemas.openxmlformats.org/drawingml/2006/main">
            <a:pPr>
              <a:defRPr sz="1800" b="0">
                <a:solidFill>
                  <a:srgbClr val="667489"/>
                </a:solidFill>
                <a:latin typeface="Malgun Gothic"/>
                <a:ea typeface="Malgun Gothic"/>
                <a:cs typeface="Malgun Gothic"/>
              </a:defRPr>
            </a:pPr>
            <a:r>
              <a:rPr sz="1800" b="0">
                <a:solidFill>
                  <a:srgbClr val="667489"/>
                </a:solidFill>
                <a:latin typeface="Malgun Gothic"/>
                <a:ea typeface="Malgun Gothic"/>
                <a:cs typeface="Malgun Gothic"/>
              </a:rPr>
              <a:t>방을 만든 사람이 최초 방장과 발표자가 됩니다</a:t>
            </a:r>
          </a:p>
        </p:txBody>
      </p:sp>
      <p:sp>
        <p:nvSpPr>
          <p:cNvPr id="3" name="">
            <a:extLst xmlns:a="http://schemas.openxmlformats.org/drawingml/2006/main">
              <a:ext uri="{FF2B5EF4-FFF2-40B4-BE49-F238E27FC236}">
                <a16:creationId xmlns:a16="http://schemas.microsoft.com/office/drawing/2014/main" id="{8C91F377-2081-4830-8E76-49D20C0D378A}"/>
              </a:ext>
            </a:extLst>
          </p:cNvPr>
          <p:cNvSpPr>
            <a:spLocks xmlns:a="http://schemas.openxmlformats.org/drawingml/2006/main" noGrp="1"/>
          </p:cNvSpPr>
          <p:nvPr/>
        </p:nvSpPr>
        <p:spPr>
          <a:xfrm xmlns:a="http://schemas.openxmlformats.org/drawingml/2006/main">
            <a:off x="14001750" y="80581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67489"/>
                </a:solidFill>
                <a:latin typeface="Malgun Gothic"/>
                <a:ea typeface="Malgun Gothic"/>
                <a:cs typeface="Malgun Gothic"/>
              </a:defRPr>
            </a:defPPr>
          </a:lstStyle>
          <a:p xmlns:a="http://schemas.openxmlformats.org/drawingml/2006/main">
            <a:pPr>
              <a:defRPr sz="1350" b="0">
                <a:solidFill>
                  <a:srgbClr val="667489"/>
                </a:solidFill>
                <a:latin typeface="Malgun Gothic"/>
                <a:ea typeface="Malgun Gothic"/>
                <a:cs typeface="Malgun Gothic"/>
              </a:defRPr>
            </a:pPr>
            <a:r>
              <a:rPr sz="1350" b="0">
                <a:solidFill>
                  <a:srgbClr val="667489"/>
                </a:solidFill>
                <a:latin typeface="Malgun Gothic"/>
                <a:ea typeface="Malgun Gothic"/>
                <a:cs typeface="Malgun Gothic"/>
              </a:rPr>
              <a:t>04</a:t>
            </a:r>
          </a:p>
        </p:txBody>
      </p:sp>
      <p:pic>
        <p:nvPicPr>
          <p:cNvPr id="4" name="">
            <a:extLst xmlns:a="http://schemas.openxmlformats.org/drawingml/2006/main">
              <a:ext uri="{FF2B5EF4-FFF2-40B4-BE49-F238E27FC236}">
                <a16:creationId xmlns:a16="http://schemas.microsoft.com/office/drawing/2014/main" id="{EEE6AA08-4EB1-4744-ADA7-2E9D1D6F4206}"/>
              </a:ext>
            </a:extLst>
          </p:cNvPr>
          <p:cNvPicPr>
            <a:picLocks xmlns:a="http://schemas.openxmlformats.org/drawingml/2006/main" noChangeAspect="1"/>
          </p:cNvPicPr>
          <p:nvPr/>
        </p:nvPicPr>
        <p:blipFill>
          <a:blip xmlns:r="http://schemas.openxmlformats.org/officeDocument/2006/relationships" xmlns:a="http://schemas.openxmlformats.org/drawingml/2006/main" r:embed="Ra2fd851ca5e14ce9"/>
          <a:stretch xmlns:a="http://schemas.openxmlformats.org/drawingml/2006/main"/>
        </p:blipFill>
        <p:spPr>
          <a:xfrm xmlns:a="http://schemas.openxmlformats.org/drawingml/2006/main">
            <a:off x="2095500" y="1714500"/>
            <a:ext cx="3524250" cy="5953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A5244DB-EBFD-4433-9C28-4F806C975463}"/>
              </a:ext>
            </a:extLst>
          </p:cNvPr>
          <p:cNvSpPr>
            <a:spLocks xmlns:a="http://schemas.openxmlformats.org/drawingml/2006/main" noGrp="1"/>
          </p:cNvSpPr>
          <p:nvPr/>
        </p:nvSpPr>
        <p:spPr>
          <a:xfrm xmlns:a="http://schemas.openxmlformats.org/drawingml/2006/main">
            <a:off x="7715250" y="2143125"/>
            <a:ext cx="647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859ED"/>
                </a:solidFill>
                <a:latin typeface="Malgun Gothic"/>
                <a:ea typeface="Malgun Gothic"/>
                <a:cs typeface="Malgun Gothic"/>
              </a:defRPr>
            </a:defPPr>
          </a:lstStyle>
          <a:p xmlns:a="http://schemas.openxmlformats.org/drawingml/2006/main">
            <a:pPr>
              <a:defRPr sz="2250" b="1">
                <a:solidFill>
                  <a:srgbClr val="3859ED"/>
                </a:solidFill>
                <a:latin typeface="Malgun Gothic"/>
                <a:ea typeface="Malgun Gothic"/>
                <a:cs typeface="Malgun Gothic"/>
              </a:defRPr>
            </a:pPr>
            <a:r>
              <a:rPr sz="2250" b="1">
                <a:solidFill>
                  <a:srgbClr val="3859ED"/>
                </a:solidFill>
                <a:latin typeface="Malgun Gothic"/>
                <a:ea typeface="Malgun Gothic"/>
                <a:cs typeface="Malgun Gothic"/>
              </a:rPr>
              <a:t>회의 이름</a:t>
            </a:r>
          </a:p>
        </p:txBody>
      </p:sp>
      <p:sp>
        <p:nvSpPr>
          <p:cNvPr id="6" name="">
            <a:extLst xmlns:a="http://schemas.openxmlformats.org/drawingml/2006/main">
              <a:ext uri="{FF2B5EF4-FFF2-40B4-BE49-F238E27FC236}">
                <a16:creationId xmlns:a16="http://schemas.microsoft.com/office/drawing/2014/main" id="{415E9403-95D4-4DB4-9AE3-5FDDD93B65A3}"/>
              </a:ext>
            </a:extLst>
          </p:cNvPr>
          <p:cNvSpPr>
            <a:spLocks xmlns:a="http://schemas.openxmlformats.org/drawingml/2006/main" noGrp="1"/>
          </p:cNvSpPr>
          <p:nvPr/>
        </p:nvSpPr>
        <p:spPr>
          <a:xfrm xmlns:a="http://schemas.openxmlformats.org/drawingml/2006/main">
            <a:off x="7715250" y="2638425"/>
            <a:ext cx="647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02C3D"/>
                </a:solidFill>
                <a:latin typeface="Malgun Gothic"/>
                <a:ea typeface="Malgun Gothic"/>
                <a:cs typeface="Malgun Gothic"/>
              </a:defRPr>
            </a:defPPr>
          </a:lstStyle>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참여자가 알아볼 수 있는</a:t>
            </a:r>
          </a:p>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회의 이름을 지정합니다.</a:t>
            </a:r>
          </a:p>
        </p:txBody>
      </p:sp>
      <p:sp>
        <p:nvSpPr>
          <p:cNvPr id="7" name="">
            <a:extLst xmlns:a="http://schemas.openxmlformats.org/drawingml/2006/main">
              <a:ext uri="{FF2B5EF4-FFF2-40B4-BE49-F238E27FC236}">
                <a16:creationId xmlns:a16="http://schemas.microsoft.com/office/drawing/2014/main" id="{3FB53024-D1BB-48F6-9C30-CFA648A77E42}"/>
              </a:ext>
            </a:extLst>
          </p:cNvPr>
          <p:cNvSpPr>
            <a:spLocks xmlns:a="http://schemas.openxmlformats.org/drawingml/2006/main" noGrp="1"/>
          </p:cNvSpPr>
          <p:nvPr/>
        </p:nvSpPr>
        <p:spPr>
          <a:xfrm xmlns:a="http://schemas.openxmlformats.org/drawingml/2006/main">
            <a:off x="7715250" y="3857625"/>
            <a:ext cx="647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859ED"/>
                </a:solidFill>
                <a:latin typeface="Malgun Gothic"/>
                <a:ea typeface="Malgun Gothic"/>
                <a:cs typeface="Malgun Gothic"/>
              </a:defRPr>
            </a:defPPr>
          </a:lstStyle>
          <a:p xmlns:a="http://schemas.openxmlformats.org/drawingml/2006/main">
            <a:pPr>
              <a:defRPr sz="2250" b="1">
                <a:solidFill>
                  <a:srgbClr val="3859ED"/>
                </a:solidFill>
                <a:latin typeface="Malgun Gothic"/>
                <a:ea typeface="Malgun Gothic"/>
                <a:cs typeface="Malgun Gothic"/>
              </a:defRPr>
            </a:pPr>
            <a:r>
              <a:rPr sz="2250" b="1">
                <a:solidFill>
                  <a:srgbClr val="3859ED"/>
                </a:solidFill>
                <a:latin typeface="Malgun Gothic"/>
                <a:ea typeface="Malgun Gothic"/>
                <a:cs typeface="Malgun Gothic"/>
              </a:rPr>
              <a:t>회의 방식</a:t>
            </a:r>
          </a:p>
        </p:txBody>
      </p:sp>
      <p:sp>
        <p:nvSpPr>
          <p:cNvPr id="8" name="">
            <a:extLst xmlns:a="http://schemas.openxmlformats.org/drawingml/2006/main">
              <a:ext uri="{FF2B5EF4-FFF2-40B4-BE49-F238E27FC236}">
                <a16:creationId xmlns:a16="http://schemas.microsoft.com/office/drawing/2014/main" id="{B87BF6AB-144E-4F8A-BF0E-32A882D6EC36}"/>
              </a:ext>
            </a:extLst>
          </p:cNvPr>
          <p:cNvSpPr>
            <a:spLocks xmlns:a="http://schemas.openxmlformats.org/drawingml/2006/main" noGrp="1"/>
          </p:cNvSpPr>
          <p:nvPr/>
        </p:nvSpPr>
        <p:spPr>
          <a:xfrm xmlns:a="http://schemas.openxmlformats.org/drawingml/2006/main">
            <a:off x="7715250" y="4352925"/>
            <a:ext cx="647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02C3D"/>
                </a:solidFill>
                <a:latin typeface="Malgun Gothic"/>
                <a:ea typeface="Malgun Gothic"/>
                <a:cs typeface="Malgun Gothic"/>
              </a:defRPr>
            </a:defPPr>
          </a:lstStyle>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FREE Talk 또는 회의 모드를</a:t>
            </a:r>
          </a:p>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방을 만들 때 선택합니다.</a:t>
            </a:r>
          </a:p>
        </p:txBody>
      </p:sp>
      <p:sp>
        <p:nvSpPr>
          <p:cNvPr id="9" name="">
            <a:extLst xmlns:a="http://schemas.openxmlformats.org/drawingml/2006/main">
              <a:ext uri="{FF2B5EF4-FFF2-40B4-BE49-F238E27FC236}">
                <a16:creationId xmlns:a16="http://schemas.microsoft.com/office/drawing/2014/main" id="{1796355A-FEA1-41E5-9B1C-40225CBDA706}"/>
              </a:ext>
            </a:extLst>
          </p:cNvPr>
          <p:cNvSpPr>
            <a:spLocks xmlns:a="http://schemas.openxmlformats.org/drawingml/2006/main" noGrp="1"/>
          </p:cNvSpPr>
          <p:nvPr/>
        </p:nvSpPr>
        <p:spPr>
          <a:xfrm xmlns:a="http://schemas.openxmlformats.org/drawingml/2006/main">
            <a:off x="7715250" y="5572125"/>
            <a:ext cx="647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859ED"/>
                </a:solidFill>
                <a:latin typeface="Malgun Gothic"/>
                <a:ea typeface="Malgun Gothic"/>
                <a:cs typeface="Malgun Gothic"/>
              </a:defRPr>
            </a:defPPr>
          </a:lstStyle>
          <a:p xmlns:a="http://schemas.openxmlformats.org/drawingml/2006/main">
            <a:pPr>
              <a:defRPr sz="2250" b="1">
                <a:solidFill>
                  <a:srgbClr val="3859ED"/>
                </a:solidFill>
                <a:latin typeface="Malgun Gothic"/>
                <a:ea typeface="Malgun Gothic"/>
                <a:cs typeface="Malgun Gothic"/>
              </a:defRPr>
            </a:pPr>
            <a:r>
              <a:rPr sz="2250" b="1">
                <a:solidFill>
                  <a:srgbClr val="3859ED"/>
                </a:solidFill>
                <a:latin typeface="Malgun Gothic"/>
                <a:ea typeface="Malgun Gothic"/>
                <a:cs typeface="Malgun Gothic"/>
              </a:rPr>
              <a:t>자동 회의록 옵션</a:t>
            </a:r>
          </a:p>
        </p:txBody>
      </p:sp>
      <p:sp>
        <p:nvSpPr>
          <p:cNvPr id="10" name="">
            <a:extLst xmlns:a="http://schemas.openxmlformats.org/drawingml/2006/main">
              <a:ext uri="{FF2B5EF4-FFF2-40B4-BE49-F238E27FC236}">
                <a16:creationId xmlns:a16="http://schemas.microsoft.com/office/drawing/2014/main" id="{6B44B391-D62C-4C26-9110-727F6EFD9DE2}"/>
              </a:ext>
            </a:extLst>
          </p:cNvPr>
          <p:cNvSpPr>
            <a:spLocks xmlns:a="http://schemas.openxmlformats.org/drawingml/2006/main" noGrp="1"/>
          </p:cNvSpPr>
          <p:nvPr/>
        </p:nvSpPr>
        <p:spPr>
          <a:xfrm xmlns:a="http://schemas.openxmlformats.org/drawingml/2006/main">
            <a:off x="7715250" y="6067425"/>
            <a:ext cx="647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02C3D"/>
                </a:solidFill>
                <a:latin typeface="Malgun Gothic"/>
                <a:ea typeface="Malgun Gothic"/>
                <a:cs typeface="Malgun Gothic"/>
              </a:defRPr>
            </a:defPPr>
          </a:lstStyle>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회의 모드에서 선택할 수 있습니다.</a:t>
            </a:r>
          </a:p>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서버의 한국어 인식 모델이 필요합니다.</a:t>
            </a:r>
          </a:p>
        </p:txBody>
      </p:sp>
      <p:sp>
        <p:nvSpPr>
          <p:cNvPr id="11" name="">
            <a:extLst xmlns:a="http://schemas.openxmlformats.org/drawingml/2006/main">
              <a:ext uri="{FF2B5EF4-FFF2-40B4-BE49-F238E27FC236}">
                <a16:creationId xmlns:a16="http://schemas.microsoft.com/office/drawing/2014/main" id="{2B0E0D3E-19A1-4F3F-A7ED-339A105E97F5}"/>
              </a:ext>
            </a:extLst>
          </p:cNvPr>
          <p:cNvSpPr>
            <a:spLocks xmlns:a="http://schemas.openxmlformats.org/drawingml/2006/main" noGrp="1"/>
          </p:cNvSpPr>
          <p:nvPr/>
        </p:nvSpPr>
        <p:spPr>
          <a:xfrm xmlns:a="http://schemas.openxmlformats.org/drawingml/2006/main">
            <a:off x="628650" y="7972425"/>
            <a:ext cx="1295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67489"/>
                </a:solidFill>
                <a:latin typeface="Malgun Gothic"/>
                <a:ea typeface="Malgun Gothic"/>
                <a:cs typeface="Malgun Gothic"/>
              </a:defRPr>
            </a:defPPr>
          </a:lstStyle>
          <a:p xmlns:a="http://schemas.openxmlformats.org/drawingml/2006/main">
            <a:pPr>
              <a:defRPr sz="1350" b="0">
                <a:solidFill>
                  <a:srgbClr val="667489"/>
                </a:solidFill>
                <a:latin typeface="Malgun Gothic"/>
                <a:ea typeface="Malgun Gothic"/>
                <a:cs typeface="Malgun Gothic"/>
              </a:defRPr>
            </a:pPr>
            <a:r>
              <a:rPr sz="1350" b="0">
                <a:solidFill>
                  <a:srgbClr val="667489"/>
                </a:solidFill>
                <a:latin typeface="Malgun Gothic"/>
                <a:ea typeface="Malgun Gothic"/>
                <a:cs typeface="Malgun Gothic"/>
              </a:rPr>
              <a:t>현재 진행 중인 방의 회의 방식을 바꾸려면 새 방을 만들어야 합니다.</a:t>
            </a:r>
          </a:p>
        </p:txBody>
      </p:sp>
    </p:spTree>
    <p:extLst>
      <p:ext uri="{BB962C8B-B14F-4D97-AF65-F5344CB8AC3E}">
        <p14:creationId xmlns:p14="http://schemas.microsoft.com/office/powerpoint/2010/main" val="1817010525"/>
      </p:ext>
    </p:extLst>
  </p:cSld>
</p:sld>
</file>

<file path=ppt/slides/slide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3D24DBE-84A0-41FB-91A1-E009E1899066}"/>
              </a:ext>
            </a:extLst>
          </p:cNvPr>
          <p:cNvSpPr>
            <a:spLocks xmlns:a="http://schemas.openxmlformats.org/drawingml/2006/main" noGrp="1"/>
          </p:cNvSpPr>
          <p:nvPr/>
        </p:nvSpPr>
        <p:spPr>
          <a:xfrm xmlns:a="http://schemas.openxmlformats.org/drawingml/2006/main">
            <a:off x="609600" y="419100"/>
            <a:ext cx="1381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02C3D"/>
                </a:solidFill>
                <a:latin typeface="Malgun Gothic"/>
                <a:ea typeface="Malgun Gothic"/>
                <a:cs typeface="Malgun Gothic"/>
              </a:defRPr>
            </a:defPPr>
          </a:lstStyle>
          <a:p xmlns:a="http://schemas.openxmlformats.org/drawingml/2006/main">
            <a:pPr>
              <a:defRPr sz="3300" b="1">
                <a:solidFill>
                  <a:srgbClr val="202C3D"/>
                </a:solidFill>
                <a:latin typeface="Malgun Gothic"/>
                <a:ea typeface="Malgun Gothic"/>
                <a:cs typeface="Malgun Gothic"/>
              </a:defRPr>
            </a:pPr>
            <a:r>
              <a:rPr sz="3300" b="1">
                <a:solidFill>
                  <a:srgbClr val="202C3D"/>
                </a:solidFill>
                <a:latin typeface="Malgun Gothic"/>
                <a:ea typeface="Malgun Gothic"/>
                <a:cs typeface="Malgun Gothic"/>
              </a:rPr>
              <a:t>방장의 초대 링크 공유</a:t>
            </a:r>
          </a:p>
        </p:txBody>
      </p:sp>
      <p:sp>
        <p:nvSpPr>
          <p:cNvPr id="2" name="">
            <a:extLst xmlns:a="http://schemas.openxmlformats.org/drawingml/2006/main">
              <a:ext uri="{FF2B5EF4-FFF2-40B4-BE49-F238E27FC236}">
                <a16:creationId xmlns:a16="http://schemas.microsoft.com/office/drawing/2014/main" id="{FDA7DBC4-996C-48D2-8ACB-E66428E023DF}"/>
              </a:ext>
            </a:extLst>
          </p:cNvPr>
          <p:cNvSpPr>
            <a:spLocks xmlns:a="http://schemas.openxmlformats.org/drawingml/2006/main" noGrp="1"/>
          </p:cNvSpPr>
          <p:nvPr/>
        </p:nvSpPr>
        <p:spPr>
          <a:xfrm xmlns:a="http://schemas.openxmlformats.org/drawingml/2006/main">
            <a:off x="628650" y="1123950"/>
            <a:ext cx="1381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667489"/>
                </a:solidFill>
                <a:latin typeface="Malgun Gothic"/>
                <a:ea typeface="Malgun Gothic"/>
                <a:cs typeface="Malgun Gothic"/>
              </a:defRPr>
            </a:defPPr>
          </a:lstStyle>
          <a:p xmlns:a="http://schemas.openxmlformats.org/drawingml/2006/main">
            <a:pPr>
              <a:defRPr sz="1800" b="0">
                <a:solidFill>
                  <a:srgbClr val="667489"/>
                </a:solidFill>
                <a:latin typeface="Malgun Gothic"/>
                <a:ea typeface="Malgun Gothic"/>
                <a:cs typeface="Malgun Gothic"/>
              </a:defRPr>
            </a:pPr>
            <a:r>
              <a:rPr sz="1800" b="0">
                <a:solidFill>
                  <a:srgbClr val="667489"/>
                </a:solidFill>
                <a:latin typeface="Malgun Gothic"/>
                <a:ea typeface="Malgun Gothic"/>
                <a:cs typeface="Malgun Gothic"/>
              </a:rPr>
              <a:t>참석자 탭에서 링크를 복사해 메신저나 이메일로 전달합니다</a:t>
            </a:r>
          </a:p>
        </p:txBody>
      </p:sp>
      <p:sp>
        <p:nvSpPr>
          <p:cNvPr id="3" name="">
            <a:extLst xmlns:a="http://schemas.openxmlformats.org/drawingml/2006/main">
              <a:ext uri="{FF2B5EF4-FFF2-40B4-BE49-F238E27FC236}">
                <a16:creationId xmlns:a16="http://schemas.microsoft.com/office/drawing/2014/main" id="{0EA6F417-9978-4F83-9145-E82F9DDDF59D}"/>
              </a:ext>
            </a:extLst>
          </p:cNvPr>
          <p:cNvSpPr>
            <a:spLocks xmlns:a="http://schemas.openxmlformats.org/drawingml/2006/main" noGrp="1"/>
          </p:cNvSpPr>
          <p:nvPr/>
        </p:nvSpPr>
        <p:spPr>
          <a:xfrm xmlns:a="http://schemas.openxmlformats.org/drawingml/2006/main">
            <a:off x="14001750" y="80581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67489"/>
                </a:solidFill>
                <a:latin typeface="Malgun Gothic"/>
                <a:ea typeface="Malgun Gothic"/>
                <a:cs typeface="Malgun Gothic"/>
              </a:defRPr>
            </a:defPPr>
          </a:lstStyle>
          <a:p xmlns:a="http://schemas.openxmlformats.org/drawingml/2006/main">
            <a:pPr>
              <a:defRPr sz="1350" b="0">
                <a:solidFill>
                  <a:srgbClr val="667489"/>
                </a:solidFill>
                <a:latin typeface="Malgun Gothic"/>
                <a:ea typeface="Malgun Gothic"/>
                <a:cs typeface="Malgun Gothic"/>
              </a:defRPr>
            </a:pPr>
            <a:r>
              <a:rPr sz="1350" b="0">
                <a:solidFill>
                  <a:srgbClr val="667489"/>
                </a:solidFill>
                <a:latin typeface="Malgun Gothic"/>
                <a:ea typeface="Malgun Gothic"/>
                <a:cs typeface="Malgun Gothic"/>
              </a:rPr>
              <a:t>05</a:t>
            </a:r>
          </a:p>
        </p:txBody>
      </p:sp>
      <p:pic>
        <p:nvPicPr>
          <p:cNvPr id="4" name="">
            <a:extLst xmlns:a="http://schemas.openxmlformats.org/drawingml/2006/main">
              <a:ext uri="{FF2B5EF4-FFF2-40B4-BE49-F238E27FC236}">
                <a16:creationId xmlns:a16="http://schemas.microsoft.com/office/drawing/2014/main" id="{843365E8-0D1D-4750-B74A-EB60BA067B17}"/>
              </a:ext>
            </a:extLst>
          </p:cNvPr>
          <p:cNvPicPr>
            <a:picLocks xmlns:a="http://schemas.openxmlformats.org/drawingml/2006/main" noChangeAspect="1"/>
          </p:cNvPicPr>
          <p:nvPr/>
        </p:nvPicPr>
        <p:blipFill>
          <a:blip xmlns:r="http://schemas.openxmlformats.org/officeDocument/2006/relationships" xmlns:a="http://schemas.openxmlformats.org/drawingml/2006/main" r:embed="R12a8174a1bf147a6"/>
          <a:stretch xmlns:a="http://schemas.openxmlformats.org/drawingml/2006/main"/>
        </p:blipFill>
        <p:spPr>
          <a:xfrm xmlns:a="http://schemas.openxmlformats.org/drawingml/2006/main">
            <a:off x="2001219" y="1762125"/>
            <a:ext cx="2998438" cy="5857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12A8D85-7166-4DE0-834F-1D9F2E55C9C5}"/>
              </a:ext>
            </a:extLst>
          </p:cNvPr>
          <p:cNvSpPr>
            <a:spLocks xmlns:a="http://schemas.openxmlformats.org/drawingml/2006/main" noGrp="1"/>
          </p:cNvSpPr>
          <p:nvPr/>
        </p:nvSpPr>
        <p:spPr>
          <a:xfrm xmlns:a="http://schemas.openxmlformats.org/drawingml/2006/main">
            <a:off x="7239000" y="2095500"/>
            <a:ext cx="723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859ED"/>
                </a:solidFill>
                <a:latin typeface="Malgun Gothic"/>
                <a:ea typeface="Malgun Gothic"/>
                <a:cs typeface="Malgun Gothic"/>
              </a:defRPr>
            </a:defPPr>
          </a:lstStyle>
          <a:p xmlns:a="http://schemas.openxmlformats.org/drawingml/2006/main">
            <a:pPr>
              <a:defRPr sz="2250" b="1">
                <a:solidFill>
                  <a:srgbClr val="3859ED"/>
                </a:solidFill>
                <a:latin typeface="Malgun Gothic"/>
                <a:ea typeface="Malgun Gothic"/>
                <a:cs typeface="Malgun Gothic"/>
              </a:defRPr>
            </a:pPr>
            <a:r>
              <a:rPr sz="2250" b="1">
                <a:solidFill>
                  <a:srgbClr val="3859ED"/>
                </a:solidFill>
                <a:latin typeface="Malgun Gothic"/>
                <a:ea typeface="Malgun Gothic"/>
                <a:cs typeface="Malgun Gothic"/>
              </a:rPr>
              <a:t>초대 링크 자동 생성</a:t>
            </a:r>
          </a:p>
        </p:txBody>
      </p:sp>
      <p:sp>
        <p:nvSpPr>
          <p:cNvPr id="6" name="">
            <a:extLst xmlns:a="http://schemas.openxmlformats.org/drawingml/2006/main">
              <a:ext uri="{FF2B5EF4-FFF2-40B4-BE49-F238E27FC236}">
                <a16:creationId xmlns:a16="http://schemas.microsoft.com/office/drawing/2014/main" id="{11D42CFF-704E-4C1E-9ED2-FEA2759441E1}"/>
              </a:ext>
            </a:extLst>
          </p:cNvPr>
          <p:cNvSpPr>
            <a:spLocks xmlns:a="http://schemas.openxmlformats.org/drawingml/2006/main" noGrp="1"/>
          </p:cNvSpPr>
          <p:nvPr/>
        </p:nvSpPr>
        <p:spPr>
          <a:xfrm xmlns:a="http://schemas.openxmlformats.org/drawingml/2006/main">
            <a:off x="7239000" y="2590800"/>
            <a:ext cx="7239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02C3D"/>
                </a:solidFill>
                <a:latin typeface="Malgun Gothic"/>
                <a:ea typeface="Malgun Gothic"/>
                <a:cs typeface="Malgun Gothic"/>
              </a:defRPr>
            </a:defPPr>
          </a:lstStyle>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방 접속 ID가 포함된 링크를</a:t>
            </a:r>
          </a:p>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방장 화면에서 확인할 수 있습니다.</a:t>
            </a:r>
          </a:p>
        </p:txBody>
      </p:sp>
      <p:sp>
        <p:nvSpPr>
          <p:cNvPr id="7" name="">
            <a:extLst xmlns:a="http://schemas.openxmlformats.org/drawingml/2006/main">
              <a:ext uri="{FF2B5EF4-FFF2-40B4-BE49-F238E27FC236}">
                <a16:creationId xmlns:a16="http://schemas.microsoft.com/office/drawing/2014/main" id="{BDFA3E7F-8346-4E54-8C3D-BE1DE62478AB}"/>
              </a:ext>
            </a:extLst>
          </p:cNvPr>
          <p:cNvSpPr>
            <a:spLocks xmlns:a="http://schemas.openxmlformats.org/drawingml/2006/main" noGrp="1"/>
          </p:cNvSpPr>
          <p:nvPr/>
        </p:nvSpPr>
        <p:spPr>
          <a:xfrm xmlns:a="http://schemas.openxmlformats.org/drawingml/2006/main">
            <a:off x="7239000" y="3810000"/>
            <a:ext cx="723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859ED"/>
                </a:solidFill>
                <a:latin typeface="Malgun Gothic"/>
                <a:ea typeface="Malgun Gothic"/>
                <a:cs typeface="Malgun Gothic"/>
              </a:defRPr>
            </a:defPPr>
          </a:lstStyle>
          <a:p xmlns:a="http://schemas.openxmlformats.org/drawingml/2006/main">
            <a:pPr>
              <a:defRPr sz="2250" b="1">
                <a:solidFill>
                  <a:srgbClr val="3859ED"/>
                </a:solidFill>
                <a:latin typeface="Malgun Gothic"/>
                <a:ea typeface="Malgun Gothic"/>
                <a:cs typeface="Malgun Gothic"/>
              </a:defRPr>
            </a:pPr>
            <a:r>
              <a:rPr sz="2250" b="1">
                <a:solidFill>
                  <a:srgbClr val="3859ED"/>
                </a:solidFill>
                <a:latin typeface="Malgun Gothic"/>
                <a:ea typeface="Malgun Gothic"/>
                <a:cs typeface="Malgun Gothic"/>
              </a:rPr>
              <a:t>복사 버튼 제공</a:t>
            </a:r>
          </a:p>
        </p:txBody>
      </p:sp>
      <p:sp>
        <p:nvSpPr>
          <p:cNvPr id="8" name="">
            <a:extLst xmlns:a="http://schemas.openxmlformats.org/drawingml/2006/main">
              <a:ext uri="{FF2B5EF4-FFF2-40B4-BE49-F238E27FC236}">
                <a16:creationId xmlns:a16="http://schemas.microsoft.com/office/drawing/2014/main" id="{08710554-604B-4481-96A7-ECF0F099B123}"/>
              </a:ext>
            </a:extLst>
          </p:cNvPr>
          <p:cNvSpPr>
            <a:spLocks xmlns:a="http://schemas.openxmlformats.org/drawingml/2006/main" noGrp="1"/>
          </p:cNvSpPr>
          <p:nvPr/>
        </p:nvSpPr>
        <p:spPr>
          <a:xfrm xmlns:a="http://schemas.openxmlformats.org/drawingml/2006/main">
            <a:off x="7239000" y="4305300"/>
            <a:ext cx="7239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02C3D"/>
                </a:solidFill>
                <a:latin typeface="Malgun Gothic"/>
                <a:ea typeface="Malgun Gothic"/>
                <a:cs typeface="Malgun Gothic"/>
              </a:defRPr>
            </a:defPPr>
          </a:lstStyle>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자동 복사가 차단되면</a:t>
            </a:r>
          </a:p>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선택된 링크를 직접 복사합니다.</a:t>
            </a:r>
          </a:p>
        </p:txBody>
      </p:sp>
      <p:sp>
        <p:nvSpPr>
          <p:cNvPr id="9" name="">
            <a:extLst xmlns:a="http://schemas.openxmlformats.org/drawingml/2006/main">
              <a:ext uri="{FF2B5EF4-FFF2-40B4-BE49-F238E27FC236}">
                <a16:creationId xmlns:a16="http://schemas.microsoft.com/office/drawing/2014/main" id="{F582F9CD-443D-4EB8-BC6A-03A30A153333}"/>
              </a:ext>
            </a:extLst>
          </p:cNvPr>
          <p:cNvSpPr>
            <a:spLocks xmlns:a="http://schemas.openxmlformats.org/drawingml/2006/main" noGrp="1"/>
          </p:cNvSpPr>
          <p:nvPr/>
        </p:nvSpPr>
        <p:spPr>
          <a:xfrm xmlns:a="http://schemas.openxmlformats.org/drawingml/2006/main">
            <a:off x="7239000" y="5524500"/>
            <a:ext cx="723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859ED"/>
                </a:solidFill>
                <a:latin typeface="Malgun Gothic"/>
                <a:ea typeface="Malgun Gothic"/>
                <a:cs typeface="Malgun Gothic"/>
              </a:defRPr>
            </a:defPPr>
          </a:lstStyle>
          <a:p xmlns:a="http://schemas.openxmlformats.org/drawingml/2006/main">
            <a:pPr>
              <a:defRPr sz="2250" b="1">
                <a:solidFill>
                  <a:srgbClr val="3859ED"/>
                </a:solidFill>
                <a:latin typeface="Malgun Gothic"/>
                <a:ea typeface="Malgun Gothic"/>
                <a:cs typeface="Malgun Gothic"/>
              </a:defRPr>
            </a:pPr>
            <a:r>
              <a:rPr sz="2250" b="1">
                <a:solidFill>
                  <a:srgbClr val="3859ED"/>
                </a:solidFill>
                <a:latin typeface="Malgun Gothic"/>
                <a:ea typeface="Malgun Gothic"/>
                <a:cs typeface="Malgun Gothic"/>
              </a:rPr>
              <a:t>외부 참여자를 초대할 때</a:t>
            </a:r>
          </a:p>
        </p:txBody>
      </p:sp>
      <p:sp>
        <p:nvSpPr>
          <p:cNvPr id="10" name="">
            <a:extLst xmlns:a="http://schemas.openxmlformats.org/drawingml/2006/main">
              <a:ext uri="{FF2B5EF4-FFF2-40B4-BE49-F238E27FC236}">
                <a16:creationId xmlns:a16="http://schemas.microsoft.com/office/drawing/2014/main" id="{24867868-3B88-43E3-B337-8008EA1A4DC5}"/>
              </a:ext>
            </a:extLst>
          </p:cNvPr>
          <p:cNvSpPr>
            <a:spLocks xmlns:a="http://schemas.openxmlformats.org/drawingml/2006/main" noGrp="1"/>
          </p:cNvSpPr>
          <p:nvPr/>
        </p:nvSpPr>
        <p:spPr>
          <a:xfrm xmlns:a="http://schemas.openxmlformats.org/drawingml/2006/main">
            <a:off x="7239000" y="6019800"/>
            <a:ext cx="7239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02C3D"/>
                </a:solidFill>
                <a:latin typeface="Malgun Gothic"/>
                <a:ea typeface="Malgun Gothic"/>
                <a:cs typeface="Malgun Gothic"/>
              </a:defRPr>
            </a:defPPr>
          </a:lstStyle>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참여자가 접속할 수 있는 HTTPS 주소가</a:t>
            </a:r>
          </a:p>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필요합니다. localhost는 같은 PC용입니다.</a:t>
            </a:r>
          </a:p>
        </p:txBody>
      </p:sp>
      <p:sp>
        <p:nvSpPr>
          <p:cNvPr id="11" name="">
            <a:extLst xmlns:a="http://schemas.openxmlformats.org/drawingml/2006/main">
              <a:ext uri="{FF2B5EF4-FFF2-40B4-BE49-F238E27FC236}">
                <a16:creationId xmlns:a16="http://schemas.microsoft.com/office/drawing/2014/main" id="{5269D966-052C-443B-840F-CF7776B465F0}"/>
              </a:ext>
            </a:extLst>
          </p:cNvPr>
          <p:cNvSpPr>
            <a:spLocks xmlns:a="http://schemas.openxmlformats.org/drawingml/2006/main" noGrp="1"/>
          </p:cNvSpPr>
          <p:nvPr/>
        </p:nvSpPr>
        <p:spPr>
          <a:xfrm xmlns:a="http://schemas.openxmlformats.org/drawingml/2006/main">
            <a:off x="628650" y="7972425"/>
            <a:ext cx="1295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67489"/>
                </a:solidFill>
                <a:latin typeface="Malgun Gothic"/>
                <a:ea typeface="Malgun Gothic"/>
                <a:cs typeface="Malgun Gothic"/>
              </a:defRPr>
            </a:defPPr>
          </a:lstStyle>
          <a:p xmlns:a="http://schemas.openxmlformats.org/drawingml/2006/main">
            <a:pPr>
              <a:defRPr sz="1350" b="0">
                <a:solidFill>
                  <a:srgbClr val="667489"/>
                </a:solidFill>
                <a:latin typeface="Malgun Gothic"/>
                <a:ea typeface="Malgun Gothic"/>
                <a:cs typeface="Malgun Gothic"/>
              </a:defRPr>
            </a:pPr>
            <a:r>
              <a:rPr sz="1350" b="0">
                <a:solidFill>
                  <a:srgbClr val="667489"/>
                </a:solidFill>
                <a:latin typeface="Malgun Gothic"/>
                <a:ea typeface="Malgun Gothic"/>
                <a:cs typeface="Malgun Gothic"/>
              </a:rPr>
              <a:t>방이 종료되면 링크도 만료됩니다. 새 방을 만들면 새 링크를 공유합니다.</a:t>
            </a:r>
          </a:p>
        </p:txBody>
      </p:sp>
    </p:spTree>
    <p:extLst>
      <p:ext uri="{BB962C8B-B14F-4D97-AF65-F5344CB8AC3E}">
        <p14:creationId xmlns:p14="http://schemas.microsoft.com/office/powerpoint/2010/main" val="671058578"/>
      </p:ext>
    </p:extLst>
  </p:cSld>
</p:sld>
</file>

<file path=ppt/slides/slide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D22BE10-D517-4107-82E8-F2A74AB0280E}"/>
              </a:ext>
            </a:extLst>
          </p:cNvPr>
          <p:cNvSpPr>
            <a:spLocks xmlns:a="http://schemas.openxmlformats.org/drawingml/2006/main" noGrp="1"/>
          </p:cNvSpPr>
          <p:nvPr/>
        </p:nvSpPr>
        <p:spPr>
          <a:xfrm xmlns:a="http://schemas.openxmlformats.org/drawingml/2006/main">
            <a:off x="609600" y="419100"/>
            <a:ext cx="1381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02C3D"/>
                </a:solidFill>
                <a:latin typeface="Malgun Gothic"/>
                <a:ea typeface="Malgun Gothic"/>
                <a:cs typeface="Malgun Gothic"/>
              </a:defRPr>
            </a:defPPr>
          </a:lstStyle>
          <a:p xmlns:a="http://schemas.openxmlformats.org/drawingml/2006/main">
            <a:pPr>
              <a:defRPr sz="3300" b="1">
                <a:solidFill>
                  <a:srgbClr val="202C3D"/>
                </a:solidFill>
                <a:latin typeface="Malgun Gothic"/>
                <a:ea typeface="Malgun Gothic"/>
                <a:cs typeface="Malgun Gothic"/>
              </a:defRPr>
            </a:pPr>
            <a:r>
              <a:rPr sz="3300" b="1">
                <a:solidFill>
                  <a:srgbClr val="202C3D"/>
                </a:solidFill>
                <a:latin typeface="Malgun Gothic"/>
                <a:ea typeface="Malgun Gothic"/>
                <a:cs typeface="Malgun Gothic"/>
              </a:rPr>
              <a:t>초대받은 사용자의 입장</a:t>
            </a:r>
          </a:p>
        </p:txBody>
      </p:sp>
      <p:sp>
        <p:nvSpPr>
          <p:cNvPr id="2" name="">
            <a:extLst xmlns:a="http://schemas.openxmlformats.org/drawingml/2006/main">
              <a:ext uri="{FF2B5EF4-FFF2-40B4-BE49-F238E27FC236}">
                <a16:creationId xmlns:a16="http://schemas.microsoft.com/office/drawing/2014/main" id="{AC4A00AC-A839-4788-97B0-85571ABBBBAA}"/>
              </a:ext>
            </a:extLst>
          </p:cNvPr>
          <p:cNvSpPr>
            <a:spLocks xmlns:a="http://schemas.openxmlformats.org/drawingml/2006/main" noGrp="1"/>
          </p:cNvSpPr>
          <p:nvPr/>
        </p:nvSpPr>
        <p:spPr>
          <a:xfrm xmlns:a="http://schemas.openxmlformats.org/drawingml/2006/main">
            <a:off x="628650" y="1123950"/>
            <a:ext cx="1381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667489"/>
                </a:solidFill>
                <a:latin typeface="Malgun Gothic"/>
                <a:ea typeface="Malgun Gothic"/>
                <a:cs typeface="Malgun Gothic"/>
              </a:defRPr>
            </a:defPPr>
          </a:lstStyle>
          <a:p xmlns:a="http://schemas.openxmlformats.org/drawingml/2006/main">
            <a:pPr>
              <a:defRPr sz="1800" b="0">
                <a:solidFill>
                  <a:srgbClr val="667489"/>
                </a:solidFill>
                <a:latin typeface="Malgun Gothic"/>
                <a:ea typeface="Malgun Gothic"/>
                <a:cs typeface="Malgun Gothic"/>
              </a:defRPr>
            </a:pPr>
            <a:r>
              <a:rPr sz="1800" b="0">
                <a:solidFill>
                  <a:srgbClr val="667489"/>
                </a:solidFill>
                <a:latin typeface="Malgun Gothic"/>
                <a:ea typeface="Malgun Gothic"/>
                <a:cs typeface="Malgun Gothic"/>
              </a:rPr>
              <a:t>서버 주소와 방 접속 ID를 자동으로 입력합니다</a:t>
            </a:r>
          </a:p>
        </p:txBody>
      </p:sp>
      <p:sp>
        <p:nvSpPr>
          <p:cNvPr id="3" name="">
            <a:extLst xmlns:a="http://schemas.openxmlformats.org/drawingml/2006/main">
              <a:ext uri="{FF2B5EF4-FFF2-40B4-BE49-F238E27FC236}">
                <a16:creationId xmlns:a16="http://schemas.microsoft.com/office/drawing/2014/main" id="{D41758C3-6AC4-490C-8615-877CA59608A4}"/>
              </a:ext>
            </a:extLst>
          </p:cNvPr>
          <p:cNvSpPr>
            <a:spLocks xmlns:a="http://schemas.openxmlformats.org/drawingml/2006/main" noGrp="1"/>
          </p:cNvSpPr>
          <p:nvPr/>
        </p:nvSpPr>
        <p:spPr>
          <a:xfrm xmlns:a="http://schemas.openxmlformats.org/drawingml/2006/main">
            <a:off x="14001750" y="80581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67489"/>
                </a:solidFill>
                <a:latin typeface="Malgun Gothic"/>
                <a:ea typeface="Malgun Gothic"/>
                <a:cs typeface="Malgun Gothic"/>
              </a:defRPr>
            </a:defPPr>
          </a:lstStyle>
          <a:p xmlns:a="http://schemas.openxmlformats.org/drawingml/2006/main">
            <a:pPr>
              <a:defRPr sz="1350" b="0">
                <a:solidFill>
                  <a:srgbClr val="667489"/>
                </a:solidFill>
                <a:latin typeface="Malgun Gothic"/>
                <a:ea typeface="Malgun Gothic"/>
                <a:cs typeface="Malgun Gothic"/>
              </a:defRPr>
            </a:pPr>
            <a:r>
              <a:rPr sz="1350" b="0">
                <a:solidFill>
                  <a:srgbClr val="667489"/>
                </a:solidFill>
                <a:latin typeface="Malgun Gothic"/>
                <a:ea typeface="Malgun Gothic"/>
                <a:cs typeface="Malgun Gothic"/>
              </a:rPr>
              <a:t>06</a:t>
            </a:r>
          </a:p>
        </p:txBody>
      </p:sp>
      <p:pic>
        <p:nvPicPr>
          <p:cNvPr id="4" name="">
            <a:extLst xmlns:a="http://schemas.openxmlformats.org/drawingml/2006/main">
              <a:ext uri="{FF2B5EF4-FFF2-40B4-BE49-F238E27FC236}">
                <a16:creationId xmlns:a16="http://schemas.microsoft.com/office/drawing/2014/main" id="{FCAD8362-6928-49CC-BEC5-AC85F8506D93}"/>
              </a:ext>
            </a:extLst>
          </p:cNvPr>
          <p:cNvPicPr>
            <a:picLocks xmlns:a="http://schemas.openxmlformats.org/drawingml/2006/main" noChangeAspect="1"/>
          </p:cNvPicPr>
          <p:nvPr/>
        </p:nvPicPr>
        <p:blipFill>
          <a:blip xmlns:r="http://schemas.openxmlformats.org/officeDocument/2006/relationships" xmlns:a="http://schemas.openxmlformats.org/drawingml/2006/main" r:embed="Ra4c3c958394c4c61"/>
          <a:stretch xmlns:a="http://schemas.openxmlformats.org/drawingml/2006/main"/>
        </p:blipFill>
        <p:spPr>
          <a:xfrm xmlns:a="http://schemas.openxmlformats.org/drawingml/2006/main">
            <a:off x="1908372" y="1714500"/>
            <a:ext cx="3898507" cy="5953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3908B10-31D8-4D37-8E36-745D4F0E747C}"/>
              </a:ext>
            </a:extLst>
          </p:cNvPr>
          <p:cNvSpPr>
            <a:spLocks xmlns:a="http://schemas.openxmlformats.org/drawingml/2006/main" noGrp="1"/>
          </p:cNvSpPr>
          <p:nvPr/>
        </p:nvSpPr>
        <p:spPr>
          <a:xfrm xmlns:a="http://schemas.openxmlformats.org/drawingml/2006/main">
            <a:off x="7715250" y="2143125"/>
            <a:ext cx="647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859ED"/>
                </a:solidFill>
                <a:latin typeface="Malgun Gothic"/>
                <a:ea typeface="Malgun Gothic"/>
                <a:cs typeface="Malgun Gothic"/>
              </a:defRPr>
            </a:defPPr>
          </a:lstStyle>
          <a:p xmlns:a="http://schemas.openxmlformats.org/drawingml/2006/main">
            <a:pPr>
              <a:defRPr sz="2250" b="1">
                <a:solidFill>
                  <a:srgbClr val="3859ED"/>
                </a:solidFill>
                <a:latin typeface="Malgun Gothic"/>
                <a:ea typeface="Malgun Gothic"/>
                <a:cs typeface="Malgun Gothic"/>
              </a:defRPr>
            </a:pPr>
            <a:r>
              <a:rPr sz="2250" b="1">
                <a:solidFill>
                  <a:srgbClr val="3859ED"/>
                </a:solidFill>
                <a:latin typeface="Malgun Gothic"/>
                <a:ea typeface="Malgun Gothic"/>
                <a:cs typeface="Malgun Gothic"/>
              </a:rPr>
              <a:t>초대 정보 확인</a:t>
            </a:r>
          </a:p>
        </p:txBody>
      </p:sp>
      <p:sp>
        <p:nvSpPr>
          <p:cNvPr id="6" name="">
            <a:extLst xmlns:a="http://schemas.openxmlformats.org/drawingml/2006/main">
              <a:ext uri="{FF2B5EF4-FFF2-40B4-BE49-F238E27FC236}">
                <a16:creationId xmlns:a16="http://schemas.microsoft.com/office/drawing/2014/main" id="{B6CAA64C-7658-403E-AF0C-B4090E655E63}"/>
              </a:ext>
            </a:extLst>
          </p:cNvPr>
          <p:cNvSpPr>
            <a:spLocks xmlns:a="http://schemas.openxmlformats.org/drawingml/2006/main" noGrp="1"/>
          </p:cNvSpPr>
          <p:nvPr/>
        </p:nvSpPr>
        <p:spPr>
          <a:xfrm xmlns:a="http://schemas.openxmlformats.org/drawingml/2006/main">
            <a:off x="7715250" y="2638425"/>
            <a:ext cx="647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02C3D"/>
                </a:solidFill>
                <a:latin typeface="Malgun Gothic"/>
                <a:ea typeface="Malgun Gothic"/>
                <a:cs typeface="Malgun Gothic"/>
              </a:defRPr>
            </a:defPPr>
          </a:lstStyle>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초대 안내와 입력된 서버 주소·ID를</a:t>
            </a:r>
          </a:p>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확인합니다.</a:t>
            </a:r>
          </a:p>
        </p:txBody>
      </p:sp>
      <p:sp>
        <p:nvSpPr>
          <p:cNvPr id="7" name="">
            <a:extLst xmlns:a="http://schemas.openxmlformats.org/drawingml/2006/main">
              <a:ext uri="{FF2B5EF4-FFF2-40B4-BE49-F238E27FC236}">
                <a16:creationId xmlns:a16="http://schemas.microsoft.com/office/drawing/2014/main" id="{44825086-8C7A-4CCA-A7BE-F3B9E78FDA43}"/>
              </a:ext>
            </a:extLst>
          </p:cNvPr>
          <p:cNvSpPr>
            <a:spLocks xmlns:a="http://schemas.openxmlformats.org/drawingml/2006/main" noGrp="1"/>
          </p:cNvSpPr>
          <p:nvPr/>
        </p:nvSpPr>
        <p:spPr>
          <a:xfrm xmlns:a="http://schemas.openxmlformats.org/drawingml/2006/main">
            <a:off x="7715250" y="3857625"/>
            <a:ext cx="647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859ED"/>
                </a:solidFill>
                <a:latin typeface="Malgun Gothic"/>
                <a:ea typeface="Malgun Gothic"/>
                <a:cs typeface="Malgun Gothic"/>
              </a:defRPr>
            </a:defPPr>
          </a:lstStyle>
          <a:p xmlns:a="http://schemas.openxmlformats.org/drawingml/2006/main">
            <a:pPr>
              <a:defRPr sz="2250" b="1">
                <a:solidFill>
                  <a:srgbClr val="3859ED"/>
                </a:solidFill>
                <a:latin typeface="Malgun Gothic"/>
                <a:ea typeface="Malgun Gothic"/>
                <a:cs typeface="Malgun Gothic"/>
              </a:defRPr>
            </a:pPr>
            <a:r>
              <a:rPr sz="2250" b="1">
                <a:solidFill>
                  <a:srgbClr val="3859ED"/>
                </a:solidFill>
                <a:latin typeface="Malgun Gothic"/>
                <a:ea typeface="Malgun Gothic"/>
                <a:cs typeface="Malgun Gothic"/>
              </a:rPr>
              <a:t>이름과 장치 설정</a:t>
            </a:r>
          </a:p>
        </p:txBody>
      </p:sp>
      <p:sp>
        <p:nvSpPr>
          <p:cNvPr id="8" name="">
            <a:extLst xmlns:a="http://schemas.openxmlformats.org/drawingml/2006/main">
              <a:ext uri="{FF2B5EF4-FFF2-40B4-BE49-F238E27FC236}">
                <a16:creationId xmlns:a16="http://schemas.microsoft.com/office/drawing/2014/main" id="{1B7F689D-9598-4F47-B44E-9AA82C021504}"/>
              </a:ext>
            </a:extLst>
          </p:cNvPr>
          <p:cNvSpPr>
            <a:spLocks xmlns:a="http://schemas.openxmlformats.org/drawingml/2006/main" noGrp="1"/>
          </p:cNvSpPr>
          <p:nvPr/>
        </p:nvSpPr>
        <p:spPr>
          <a:xfrm xmlns:a="http://schemas.openxmlformats.org/drawingml/2006/main">
            <a:off x="7715250" y="4352925"/>
            <a:ext cx="647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02C3D"/>
                </a:solidFill>
                <a:latin typeface="Malgun Gothic"/>
                <a:ea typeface="Malgun Gothic"/>
                <a:cs typeface="Malgun Gothic"/>
              </a:defRPr>
            </a:defPPr>
          </a:lstStyle>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사용할 이름을 입력하고</a:t>
            </a:r>
          </a:p>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마이크·스피커·카메라를 선택합니다.</a:t>
            </a:r>
          </a:p>
        </p:txBody>
      </p:sp>
      <p:sp>
        <p:nvSpPr>
          <p:cNvPr id="9" name="">
            <a:extLst xmlns:a="http://schemas.openxmlformats.org/drawingml/2006/main">
              <a:ext uri="{FF2B5EF4-FFF2-40B4-BE49-F238E27FC236}">
                <a16:creationId xmlns:a16="http://schemas.microsoft.com/office/drawing/2014/main" id="{49B3EA9A-6E29-4126-9556-0395EB94EE02}"/>
              </a:ext>
            </a:extLst>
          </p:cNvPr>
          <p:cNvSpPr>
            <a:spLocks xmlns:a="http://schemas.openxmlformats.org/drawingml/2006/main" noGrp="1"/>
          </p:cNvSpPr>
          <p:nvPr/>
        </p:nvSpPr>
        <p:spPr>
          <a:xfrm xmlns:a="http://schemas.openxmlformats.org/drawingml/2006/main">
            <a:off x="7715250" y="5572125"/>
            <a:ext cx="647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859ED"/>
                </a:solidFill>
                <a:latin typeface="Malgun Gothic"/>
                <a:ea typeface="Malgun Gothic"/>
                <a:cs typeface="Malgun Gothic"/>
              </a:defRPr>
            </a:defPPr>
          </a:lstStyle>
          <a:p xmlns:a="http://schemas.openxmlformats.org/drawingml/2006/main">
            <a:pPr>
              <a:defRPr sz="2250" b="1">
                <a:solidFill>
                  <a:srgbClr val="3859ED"/>
                </a:solidFill>
                <a:latin typeface="Malgun Gothic"/>
                <a:ea typeface="Malgun Gothic"/>
                <a:cs typeface="Malgun Gothic"/>
              </a:defRPr>
            </a:pPr>
            <a:r>
              <a:rPr sz="2250" b="1">
                <a:solidFill>
                  <a:srgbClr val="3859ED"/>
                </a:solidFill>
                <a:latin typeface="Malgun Gothic"/>
                <a:ea typeface="Malgun Gothic"/>
                <a:cs typeface="Malgun Gothic"/>
              </a:rPr>
              <a:t>회의 참여하기</a:t>
            </a:r>
          </a:p>
        </p:txBody>
      </p:sp>
      <p:sp>
        <p:nvSpPr>
          <p:cNvPr id="10" name="">
            <a:extLst xmlns:a="http://schemas.openxmlformats.org/drawingml/2006/main">
              <a:ext uri="{FF2B5EF4-FFF2-40B4-BE49-F238E27FC236}">
                <a16:creationId xmlns:a16="http://schemas.microsoft.com/office/drawing/2014/main" id="{EF4FCB8A-FB43-4B46-97AE-C10E0E4D7F95}"/>
              </a:ext>
            </a:extLst>
          </p:cNvPr>
          <p:cNvSpPr>
            <a:spLocks xmlns:a="http://schemas.openxmlformats.org/drawingml/2006/main" noGrp="1"/>
          </p:cNvSpPr>
          <p:nvPr/>
        </p:nvSpPr>
        <p:spPr>
          <a:xfrm xmlns:a="http://schemas.openxmlformats.org/drawingml/2006/main">
            <a:off x="7715250" y="6067425"/>
            <a:ext cx="647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02C3D"/>
                </a:solidFill>
                <a:latin typeface="Malgun Gothic"/>
                <a:ea typeface="Malgun Gothic"/>
                <a:cs typeface="Malgun Gothic"/>
              </a:defRPr>
            </a:defPPr>
          </a:lstStyle>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버튼을 누르면 일반 참여자로 입장합니다.</a:t>
            </a:r>
          </a:p>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링크에 방장 권한은 포함하지 않습니다.</a:t>
            </a:r>
          </a:p>
        </p:txBody>
      </p:sp>
    </p:spTree>
    <p:extLst>
      <p:ext uri="{BB962C8B-B14F-4D97-AF65-F5344CB8AC3E}">
        <p14:creationId xmlns:p14="http://schemas.microsoft.com/office/powerpoint/2010/main" val="1979588219"/>
      </p:ext>
    </p:extLst>
  </p:cSld>
</p:sld>
</file>

<file path=ppt/slides/slide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6A69CB9-091D-4775-A759-9322C4EFFBB8}"/>
              </a:ext>
            </a:extLst>
          </p:cNvPr>
          <p:cNvSpPr>
            <a:spLocks xmlns:a="http://schemas.openxmlformats.org/drawingml/2006/main" noGrp="1"/>
          </p:cNvSpPr>
          <p:nvPr/>
        </p:nvSpPr>
        <p:spPr>
          <a:xfrm xmlns:a="http://schemas.openxmlformats.org/drawingml/2006/main">
            <a:off x="609600" y="419100"/>
            <a:ext cx="1381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02C3D"/>
                </a:solidFill>
                <a:latin typeface="Malgun Gothic"/>
                <a:ea typeface="Malgun Gothic"/>
                <a:cs typeface="Malgun Gothic"/>
              </a:defRPr>
            </a:defPPr>
          </a:lstStyle>
          <a:p xmlns:a="http://schemas.openxmlformats.org/drawingml/2006/main">
            <a:pPr>
              <a:defRPr sz="3300" b="1">
                <a:solidFill>
                  <a:srgbClr val="202C3D"/>
                </a:solidFill>
                <a:latin typeface="Malgun Gothic"/>
                <a:ea typeface="Malgun Gothic"/>
                <a:cs typeface="Malgun Gothic"/>
              </a:defRPr>
            </a:pPr>
            <a:r>
              <a:rPr sz="3300" b="1">
                <a:solidFill>
                  <a:srgbClr val="202C3D"/>
                </a:solidFill>
                <a:latin typeface="Malgun Gothic"/>
                <a:ea typeface="Malgun Gothic"/>
                <a:cs typeface="Malgun Gothic"/>
              </a:rPr>
              <a:t>FREE Talk와 회의 모드</a:t>
            </a:r>
          </a:p>
        </p:txBody>
      </p:sp>
      <p:sp>
        <p:nvSpPr>
          <p:cNvPr id="2" name="">
            <a:extLst xmlns:a="http://schemas.openxmlformats.org/drawingml/2006/main">
              <a:ext uri="{FF2B5EF4-FFF2-40B4-BE49-F238E27FC236}">
                <a16:creationId xmlns:a16="http://schemas.microsoft.com/office/drawing/2014/main" id="{C68CE051-6A69-46C9-AE9F-5AE69104A2DC}"/>
              </a:ext>
            </a:extLst>
          </p:cNvPr>
          <p:cNvSpPr>
            <a:spLocks xmlns:a="http://schemas.openxmlformats.org/drawingml/2006/main" noGrp="1"/>
          </p:cNvSpPr>
          <p:nvPr/>
        </p:nvSpPr>
        <p:spPr>
          <a:xfrm xmlns:a="http://schemas.openxmlformats.org/drawingml/2006/main">
            <a:off x="628650" y="1123950"/>
            <a:ext cx="1381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667489"/>
                </a:solidFill>
                <a:latin typeface="Malgun Gothic"/>
                <a:ea typeface="Malgun Gothic"/>
                <a:cs typeface="Malgun Gothic"/>
              </a:defRPr>
            </a:defPPr>
          </a:lstStyle>
          <a:p xmlns:a="http://schemas.openxmlformats.org/drawingml/2006/main">
            <a:pPr>
              <a:defRPr sz="1800" b="0">
                <a:solidFill>
                  <a:srgbClr val="667489"/>
                </a:solidFill>
                <a:latin typeface="Malgun Gothic"/>
                <a:ea typeface="Malgun Gothic"/>
                <a:cs typeface="Malgun Gothic"/>
              </a:defRPr>
            </a:pPr>
            <a:r>
              <a:rPr sz="1800" b="0">
                <a:solidFill>
                  <a:srgbClr val="667489"/>
                </a:solidFill>
                <a:latin typeface="Malgun Gothic"/>
                <a:ea typeface="Malgun Gothic"/>
                <a:cs typeface="Malgun Gothic"/>
              </a:rPr>
              <a:t>회의 목적에 따라 말하는 방식을 선택합니다</a:t>
            </a:r>
          </a:p>
        </p:txBody>
      </p:sp>
      <p:sp>
        <p:nvSpPr>
          <p:cNvPr id="3" name="">
            <a:extLst xmlns:a="http://schemas.openxmlformats.org/drawingml/2006/main">
              <a:ext uri="{FF2B5EF4-FFF2-40B4-BE49-F238E27FC236}">
                <a16:creationId xmlns:a16="http://schemas.microsoft.com/office/drawing/2014/main" id="{BA1CD507-0ED8-4C49-A0BE-3E1F122E2B8A}"/>
              </a:ext>
            </a:extLst>
          </p:cNvPr>
          <p:cNvSpPr>
            <a:spLocks xmlns:a="http://schemas.openxmlformats.org/drawingml/2006/main" noGrp="1"/>
          </p:cNvSpPr>
          <p:nvPr/>
        </p:nvSpPr>
        <p:spPr>
          <a:xfrm xmlns:a="http://schemas.openxmlformats.org/drawingml/2006/main">
            <a:off x="14001750" y="80581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67489"/>
                </a:solidFill>
                <a:latin typeface="Malgun Gothic"/>
                <a:ea typeface="Malgun Gothic"/>
                <a:cs typeface="Malgun Gothic"/>
              </a:defRPr>
            </a:defPPr>
          </a:lstStyle>
          <a:p xmlns:a="http://schemas.openxmlformats.org/drawingml/2006/main">
            <a:pPr>
              <a:defRPr sz="1350" b="0">
                <a:solidFill>
                  <a:srgbClr val="667489"/>
                </a:solidFill>
                <a:latin typeface="Malgun Gothic"/>
                <a:ea typeface="Malgun Gothic"/>
                <a:cs typeface="Malgun Gothic"/>
              </a:defRPr>
            </a:pPr>
            <a:r>
              <a:rPr sz="1350" b="0">
                <a:solidFill>
                  <a:srgbClr val="667489"/>
                </a:solidFill>
                <a:latin typeface="Malgun Gothic"/>
                <a:ea typeface="Malgun Gothic"/>
                <a:cs typeface="Malgun Gothic"/>
              </a:rPr>
              <a:t>07</a:t>
            </a:r>
          </a:p>
        </p:txBody>
      </p:sp>
      <p:pic>
        <p:nvPicPr>
          <p:cNvPr id="4" name="">
            <a:extLst xmlns:a="http://schemas.openxmlformats.org/drawingml/2006/main">
              <a:ext uri="{FF2B5EF4-FFF2-40B4-BE49-F238E27FC236}">
                <a16:creationId xmlns:a16="http://schemas.microsoft.com/office/drawing/2014/main" id="{F443440C-BAA3-4DB3-92F7-328A5C3E894D}"/>
              </a:ext>
            </a:extLst>
          </p:cNvPr>
          <p:cNvPicPr>
            <a:picLocks xmlns:a="http://schemas.openxmlformats.org/drawingml/2006/main" noChangeAspect="1"/>
          </p:cNvPicPr>
          <p:nvPr/>
        </p:nvPicPr>
        <p:blipFill>
          <a:blip xmlns:r="http://schemas.openxmlformats.org/officeDocument/2006/relationships" xmlns:a="http://schemas.openxmlformats.org/drawingml/2006/main" r:embed="Rdbbf13e7f1d34f77"/>
          <a:stretch xmlns:a="http://schemas.openxmlformats.org/drawingml/2006/main"/>
        </p:blipFill>
        <p:spPr>
          <a:xfrm xmlns:a="http://schemas.openxmlformats.org/drawingml/2006/main">
            <a:off x="523875" y="2192756"/>
            <a:ext cx="9239250" cy="4948987"/>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367CC7E-8737-497D-B8FD-992AAA849438}"/>
              </a:ext>
            </a:extLst>
          </p:cNvPr>
          <p:cNvSpPr>
            <a:spLocks xmlns:a="http://schemas.openxmlformats.org/drawingml/2006/main" noGrp="1"/>
          </p:cNvSpPr>
          <p:nvPr/>
        </p:nvSpPr>
        <p:spPr>
          <a:xfrm xmlns:a="http://schemas.openxmlformats.org/drawingml/2006/main">
            <a:off x="10096500" y="2143125"/>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859ED"/>
                </a:solidFill>
                <a:latin typeface="Malgun Gothic"/>
                <a:ea typeface="Malgun Gothic"/>
                <a:cs typeface="Malgun Gothic"/>
              </a:defRPr>
            </a:defPPr>
          </a:lstStyle>
          <a:p xmlns:a="http://schemas.openxmlformats.org/drawingml/2006/main">
            <a:pPr>
              <a:defRPr sz="2250" b="1">
                <a:solidFill>
                  <a:srgbClr val="3859ED"/>
                </a:solidFill>
                <a:latin typeface="Malgun Gothic"/>
                <a:ea typeface="Malgun Gothic"/>
                <a:cs typeface="Malgun Gothic"/>
              </a:defRPr>
            </a:pPr>
            <a:r>
              <a:rPr sz="2250" b="1">
                <a:solidFill>
                  <a:srgbClr val="3859ED"/>
                </a:solidFill>
                <a:latin typeface="Malgun Gothic"/>
                <a:ea typeface="Malgun Gothic"/>
                <a:cs typeface="Malgun Gothic"/>
              </a:rPr>
              <a:t>FREE Talk</a:t>
            </a:r>
          </a:p>
        </p:txBody>
      </p:sp>
      <p:sp>
        <p:nvSpPr>
          <p:cNvPr id="6" name="">
            <a:extLst xmlns:a="http://schemas.openxmlformats.org/drawingml/2006/main">
              <a:ext uri="{FF2B5EF4-FFF2-40B4-BE49-F238E27FC236}">
                <a16:creationId xmlns:a16="http://schemas.microsoft.com/office/drawing/2014/main" id="{2E9143E1-BC08-42F7-B0CB-7D1367BCB103}"/>
              </a:ext>
            </a:extLst>
          </p:cNvPr>
          <p:cNvSpPr>
            <a:spLocks xmlns:a="http://schemas.openxmlformats.org/drawingml/2006/main" noGrp="1"/>
          </p:cNvSpPr>
          <p:nvPr/>
        </p:nvSpPr>
        <p:spPr>
          <a:xfrm xmlns:a="http://schemas.openxmlformats.org/drawingml/2006/main">
            <a:off x="10096500" y="2638425"/>
            <a:ext cx="4572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02C3D"/>
                </a:solidFill>
                <a:latin typeface="Malgun Gothic"/>
                <a:ea typeface="Malgun Gothic"/>
                <a:cs typeface="Malgun Gothic"/>
              </a:defRPr>
            </a:defPPr>
          </a:lstStyle>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여러 사람이 동시에 말합니다.</a:t>
            </a:r>
          </a:p>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자동 회의록은 사용하지 않습니다.</a:t>
            </a:r>
          </a:p>
        </p:txBody>
      </p:sp>
      <p:sp>
        <p:nvSpPr>
          <p:cNvPr id="7" name="">
            <a:extLst xmlns:a="http://schemas.openxmlformats.org/drawingml/2006/main">
              <a:ext uri="{FF2B5EF4-FFF2-40B4-BE49-F238E27FC236}">
                <a16:creationId xmlns:a16="http://schemas.microsoft.com/office/drawing/2014/main" id="{E80F8E22-36BD-4CAD-ADDB-9AAECC116B16}"/>
              </a:ext>
            </a:extLst>
          </p:cNvPr>
          <p:cNvSpPr>
            <a:spLocks xmlns:a="http://schemas.openxmlformats.org/drawingml/2006/main" noGrp="1"/>
          </p:cNvSpPr>
          <p:nvPr/>
        </p:nvSpPr>
        <p:spPr>
          <a:xfrm xmlns:a="http://schemas.openxmlformats.org/drawingml/2006/main">
            <a:off x="10096500" y="3810000"/>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859ED"/>
                </a:solidFill>
                <a:latin typeface="Malgun Gothic"/>
                <a:ea typeface="Malgun Gothic"/>
                <a:cs typeface="Malgun Gothic"/>
              </a:defRPr>
            </a:defPPr>
          </a:lstStyle>
          <a:p xmlns:a="http://schemas.openxmlformats.org/drawingml/2006/main">
            <a:pPr>
              <a:defRPr sz="2250" b="1">
                <a:solidFill>
                  <a:srgbClr val="3859ED"/>
                </a:solidFill>
                <a:latin typeface="Malgun Gothic"/>
                <a:ea typeface="Malgun Gothic"/>
                <a:cs typeface="Malgun Gothic"/>
              </a:defRPr>
            </a:pPr>
            <a:r>
              <a:rPr sz="2250" b="1">
                <a:solidFill>
                  <a:srgbClr val="3859ED"/>
                </a:solidFill>
                <a:latin typeface="Malgun Gothic"/>
                <a:ea typeface="Malgun Gothic"/>
                <a:cs typeface="Malgun Gothic"/>
              </a:rPr>
              <a:t>회의 모드</a:t>
            </a:r>
          </a:p>
        </p:txBody>
      </p:sp>
      <p:sp>
        <p:nvSpPr>
          <p:cNvPr id="8" name="">
            <a:extLst xmlns:a="http://schemas.openxmlformats.org/drawingml/2006/main">
              <a:ext uri="{FF2B5EF4-FFF2-40B4-BE49-F238E27FC236}">
                <a16:creationId xmlns:a16="http://schemas.microsoft.com/office/drawing/2014/main" id="{F571048C-F3A7-45DA-99A2-8C2267FB542F}"/>
              </a:ext>
            </a:extLst>
          </p:cNvPr>
          <p:cNvSpPr>
            <a:spLocks xmlns:a="http://schemas.openxmlformats.org/drawingml/2006/main" noGrp="1"/>
          </p:cNvSpPr>
          <p:nvPr/>
        </p:nvSpPr>
        <p:spPr>
          <a:xfrm xmlns:a="http://schemas.openxmlformats.org/drawingml/2006/main">
            <a:off x="10096500" y="4305300"/>
            <a:ext cx="4572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02C3D"/>
                </a:solidFill>
                <a:latin typeface="Malgun Gothic"/>
                <a:ea typeface="Malgun Gothic"/>
                <a:cs typeface="Malgun Gothic"/>
              </a:defRPr>
            </a:defPPr>
          </a:lstStyle>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방장이 지정한 한 사람만 말합니다.</a:t>
            </a:r>
          </a:p>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자동 회의록을 켤 수 있습니다.</a:t>
            </a:r>
          </a:p>
        </p:txBody>
      </p:sp>
      <p:sp>
        <p:nvSpPr>
          <p:cNvPr id="9" name="">
            <a:extLst xmlns:a="http://schemas.openxmlformats.org/drawingml/2006/main">
              <a:ext uri="{FF2B5EF4-FFF2-40B4-BE49-F238E27FC236}">
                <a16:creationId xmlns:a16="http://schemas.microsoft.com/office/drawing/2014/main" id="{690E86F2-A14A-4E61-B37E-0FC97A47F246}"/>
              </a:ext>
            </a:extLst>
          </p:cNvPr>
          <p:cNvSpPr>
            <a:spLocks xmlns:a="http://schemas.openxmlformats.org/drawingml/2006/main" noGrp="1"/>
          </p:cNvSpPr>
          <p:nvPr/>
        </p:nvSpPr>
        <p:spPr>
          <a:xfrm xmlns:a="http://schemas.openxmlformats.org/drawingml/2006/main">
            <a:off x="10096500" y="5476875"/>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859ED"/>
                </a:solidFill>
                <a:latin typeface="Malgun Gothic"/>
                <a:ea typeface="Malgun Gothic"/>
                <a:cs typeface="Malgun Gothic"/>
              </a:defRPr>
            </a:defPPr>
          </a:lstStyle>
          <a:p xmlns:a="http://schemas.openxmlformats.org/drawingml/2006/main">
            <a:pPr>
              <a:defRPr sz="2250" b="1">
                <a:solidFill>
                  <a:srgbClr val="3859ED"/>
                </a:solidFill>
                <a:latin typeface="Malgun Gothic"/>
                <a:ea typeface="Malgun Gothic"/>
                <a:cs typeface="Malgun Gothic"/>
              </a:defRPr>
            </a:pPr>
            <a:r>
              <a:rPr sz="2250" b="1">
                <a:solidFill>
                  <a:srgbClr val="3859ED"/>
                </a:solidFill>
                <a:latin typeface="Malgun Gothic"/>
                <a:ea typeface="Malgun Gothic"/>
                <a:cs typeface="Malgun Gothic"/>
              </a:rPr>
              <a:t>공통 조작</a:t>
            </a:r>
          </a:p>
        </p:txBody>
      </p:sp>
      <p:sp>
        <p:nvSpPr>
          <p:cNvPr id="10" name="">
            <a:extLst xmlns:a="http://schemas.openxmlformats.org/drawingml/2006/main">
              <a:ext uri="{FF2B5EF4-FFF2-40B4-BE49-F238E27FC236}">
                <a16:creationId xmlns:a16="http://schemas.microsoft.com/office/drawing/2014/main" id="{61002D2E-E884-4833-B944-874AE271AC7C}"/>
              </a:ext>
            </a:extLst>
          </p:cNvPr>
          <p:cNvSpPr>
            <a:spLocks xmlns:a="http://schemas.openxmlformats.org/drawingml/2006/main" noGrp="1"/>
          </p:cNvSpPr>
          <p:nvPr/>
        </p:nvSpPr>
        <p:spPr>
          <a:xfrm xmlns:a="http://schemas.openxmlformats.org/drawingml/2006/main">
            <a:off x="10096500" y="5972175"/>
            <a:ext cx="4572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02C3D"/>
                </a:solidFill>
                <a:latin typeface="Malgun Gothic"/>
                <a:ea typeface="Malgun Gothic"/>
                <a:cs typeface="Malgun Gothic"/>
              </a:defRPr>
            </a:defPPr>
          </a:lstStyle>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마이크와 스피커는 각자 조작합니다.</a:t>
            </a:r>
          </a:p>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화면 공유와 보드는 발표자가 사용합니다.</a:t>
            </a:r>
          </a:p>
        </p:txBody>
      </p:sp>
      <p:sp>
        <p:nvSpPr>
          <p:cNvPr id="11" name="">
            <a:extLst xmlns:a="http://schemas.openxmlformats.org/drawingml/2006/main">
              <a:ext uri="{FF2B5EF4-FFF2-40B4-BE49-F238E27FC236}">
                <a16:creationId xmlns:a16="http://schemas.microsoft.com/office/drawing/2014/main" id="{0F9DE859-B25B-4111-9F58-1A5C694C86E4}"/>
              </a:ext>
            </a:extLst>
          </p:cNvPr>
          <p:cNvSpPr>
            <a:spLocks xmlns:a="http://schemas.openxmlformats.org/drawingml/2006/main" noGrp="1"/>
          </p:cNvSpPr>
          <p:nvPr/>
        </p:nvSpPr>
        <p:spPr>
          <a:xfrm xmlns:a="http://schemas.openxmlformats.org/drawingml/2006/main">
            <a:off x="628650" y="7972425"/>
            <a:ext cx="1295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67489"/>
                </a:solidFill>
                <a:latin typeface="Malgun Gothic"/>
                <a:ea typeface="Malgun Gothic"/>
                <a:cs typeface="Malgun Gothic"/>
              </a:defRPr>
            </a:defPPr>
          </a:lstStyle>
          <a:p xmlns:a="http://schemas.openxmlformats.org/drawingml/2006/main">
            <a:pPr>
              <a:defRPr sz="1350" b="0">
                <a:solidFill>
                  <a:srgbClr val="667489"/>
                </a:solidFill>
                <a:latin typeface="Malgun Gothic"/>
                <a:ea typeface="Malgun Gothic"/>
                <a:cs typeface="Malgun Gothic"/>
              </a:defRPr>
            </a:pPr>
            <a:r>
              <a:rPr sz="1350" b="0">
                <a:solidFill>
                  <a:srgbClr val="667489"/>
                </a:solidFill>
                <a:latin typeface="Malgun Gothic"/>
                <a:ea typeface="Malgun Gothic"/>
                <a:cs typeface="Malgun Gothic"/>
              </a:rPr>
              <a:t>회의 모드에서는 자동 회의록을 꺼도 한 사람씩 발표합니다.</a:t>
            </a:r>
          </a:p>
        </p:txBody>
      </p:sp>
    </p:spTree>
    <p:extLst>
      <p:ext uri="{BB962C8B-B14F-4D97-AF65-F5344CB8AC3E}">
        <p14:creationId xmlns:p14="http://schemas.microsoft.com/office/powerpoint/2010/main" val="286697094"/>
      </p:ext>
    </p:extLst>
  </p:cSld>
</p:sld>
</file>

<file path=ppt/slides/slide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B2E0525-66BE-4272-A96D-0EB8815D41D3}"/>
              </a:ext>
            </a:extLst>
          </p:cNvPr>
          <p:cNvSpPr>
            <a:spLocks xmlns:a="http://schemas.openxmlformats.org/drawingml/2006/main" noGrp="1"/>
          </p:cNvSpPr>
          <p:nvPr/>
        </p:nvSpPr>
        <p:spPr>
          <a:xfrm xmlns:a="http://schemas.openxmlformats.org/drawingml/2006/main">
            <a:off x="609600" y="419100"/>
            <a:ext cx="1381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02C3D"/>
                </a:solidFill>
                <a:latin typeface="Malgun Gothic"/>
                <a:ea typeface="Malgun Gothic"/>
                <a:cs typeface="Malgun Gothic"/>
              </a:defRPr>
            </a:defPPr>
          </a:lstStyle>
          <a:p xmlns:a="http://schemas.openxmlformats.org/drawingml/2006/main">
            <a:pPr>
              <a:defRPr sz="3300" b="1">
                <a:solidFill>
                  <a:srgbClr val="202C3D"/>
                </a:solidFill>
                <a:latin typeface="Malgun Gothic"/>
                <a:ea typeface="Malgun Gothic"/>
                <a:cs typeface="Malgun Gothic"/>
              </a:defRPr>
            </a:pPr>
            <a:r>
              <a:rPr sz="3300" b="1">
                <a:solidFill>
                  <a:srgbClr val="202C3D"/>
                </a:solidFill>
                <a:latin typeface="Malgun Gothic"/>
                <a:ea typeface="Malgun Gothic"/>
                <a:cs typeface="Malgun Gothic"/>
              </a:rPr>
              <a:t>손들기와 발표권 관리</a:t>
            </a:r>
          </a:p>
        </p:txBody>
      </p:sp>
      <p:sp>
        <p:nvSpPr>
          <p:cNvPr id="2" name="">
            <a:extLst xmlns:a="http://schemas.openxmlformats.org/drawingml/2006/main">
              <a:ext uri="{FF2B5EF4-FFF2-40B4-BE49-F238E27FC236}">
                <a16:creationId xmlns:a16="http://schemas.microsoft.com/office/drawing/2014/main" id="{7E2B0B88-AB8D-4C5D-9B70-ED48E8318AC6}"/>
              </a:ext>
            </a:extLst>
          </p:cNvPr>
          <p:cNvSpPr>
            <a:spLocks xmlns:a="http://schemas.openxmlformats.org/drawingml/2006/main" noGrp="1"/>
          </p:cNvSpPr>
          <p:nvPr/>
        </p:nvSpPr>
        <p:spPr>
          <a:xfrm xmlns:a="http://schemas.openxmlformats.org/drawingml/2006/main">
            <a:off x="628650" y="1123950"/>
            <a:ext cx="1381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667489"/>
                </a:solidFill>
                <a:latin typeface="Malgun Gothic"/>
                <a:ea typeface="Malgun Gothic"/>
                <a:cs typeface="Malgun Gothic"/>
              </a:defRPr>
            </a:defPPr>
          </a:lstStyle>
          <a:p xmlns:a="http://schemas.openxmlformats.org/drawingml/2006/main">
            <a:pPr>
              <a:defRPr sz="1800" b="0">
                <a:solidFill>
                  <a:srgbClr val="667489"/>
                </a:solidFill>
                <a:latin typeface="Malgun Gothic"/>
                <a:ea typeface="Malgun Gothic"/>
                <a:cs typeface="Malgun Gothic"/>
              </a:defRPr>
            </a:pPr>
            <a:r>
              <a:rPr sz="1800" b="0">
                <a:solidFill>
                  <a:srgbClr val="667489"/>
                </a:solidFill>
                <a:latin typeface="Malgun Gothic"/>
                <a:ea typeface="Malgun Gothic"/>
                <a:cs typeface="Malgun Gothic"/>
              </a:rPr>
              <a:t>참여자가 발언을 요청하고 방장이 발표자를 지정합니다</a:t>
            </a:r>
          </a:p>
        </p:txBody>
      </p:sp>
      <p:sp>
        <p:nvSpPr>
          <p:cNvPr id="3" name="">
            <a:extLst xmlns:a="http://schemas.openxmlformats.org/drawingml/2006/main">
              <a:ext uri="{FF2B5EF4-FFF2-40B4-BE49-F238E27FC236}">
                <a16:creationId xmlns:a16="http://schemas.microsoft.com/office/drawing/2014/main" id="{D2E90E55-95FA-4588-92F8-1E908389BD5E}"/>
              </a:ext>
            </a:extLst>
          </p:cNvPr>
          <p:cNvSpPr>
            <a:spLocks xmlns:a="http://schemas.openxmlformats.org/drawingml/2006/main" noGrp="1"/>
          </p:cNvSpPr>
          <p:nvPr/>
        </p:nvSpPr>
        <p:spPr>
          <a:xfrm xmlns:a="http://schemas.openxmlformats.org/drawingml/2006/main">
            <a:off x="14001750" y="80581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67489"/>
                </a:solidFill>
                <a:latin typeface="Malgun Gothic"/>
                <a:ea typeface="Malgun Gothic"/>
                <a:cs typeface="Malgun Gothic"/>
              </a:defRPr>
            </a:defPPr>
          </a:lstStyle>
          <a:p xmlns:a="http://schemas.openxmlformats.org/drawingml/2006/main">
            <a:pPr>
              <a:defRPr sz="1350" b="0">
                <a:solidFill>
                  <a:srgbClr val="667489"/>
                </a:solidFill>
                <a:latin typeface="Malgun Gothic"/>
                <a:ea typeface="Malgun Gothic"/>
                <a:cs typeface="Malgun Gothic"/>
              </a:defRPr>
            </a:pPr>
            <a:r>
              <a:rPr sz="1350" b="0">
                <a:solidFill>
                  <a:srgbClr val="667489"/>
                </a:solidFill>
                <a:latin typeface="Malgun Gothic"/>
                <a:ea typeface="Malgun Gothic"/>
                <a:cs typeface="Malgun Gothic"/>
              </a:rPr>
              <a:t>08</a:t>
            </a:r>
          </a:p>
        </p:txBody>
      </p:sp>
      <p:pic>
        <p:nvPicPr>
          <p:cNvPr id="4" name="">
            <a:extLst xmlns:a="http://schemas.openxmlformats.org/drawingml/2006/main">
              <a:ext uri="{FF2B5EF4-FFF2-40B4-BE49-F238E27FC236}">
                <a16:creationId xmlns:a16="http://schemas.microsoft.com/office/drawing/2014/main" id="{2413F257-2BD1-4365-B174-0191312AE3BE}"/>
              </a:ext>
            </a:extLst>
          </p:cNvPr>
          <p:cNvPicPr>
            <a:picLocks xmlns:a="http://schemas.openxmlformats.org/drawingml/2006/main" noChangeAspect="1"/>
          </p:cNvPicPr>
          <p:nvPr/>
        </p:nvPicPr>
        <p:blipFill>
          <a:blip xmlns:r="http://schemas.openxmlformats.org/officeDocument/2006/relationships" xmlns:a="http://schemas.openxmlformats.org/drawingml/2006/main" r:embed="R3699e7f35a954a55"/>
          <a:stretch xmlns:a="http://schemas.openxmlformats.org/drawingml/2006/main"/>
        </p:blipFill>
        <p:spPr>
          <a:xfrm xmlns:a="http://schemas.openxmlformats.org/drawingml/2006/main">
            <a:off x="2096407" y="1762125"/>
            <a:ext cx="2808061" cy="5857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11A688C-954E-4A23-8510-79CBFF233A2F}"/>
              </a:ext>
            </a:extLst>
          </p:cNvPr>
          <p:cNvSpPr>
            <a:spLocks xmlns:a="http://schemas.openxmlformats.org/drawingml/2006/main" noGrp="1"/>
          </p:cNvSpPr>
          <p:nvPr/>
        </p:nvSpPr>
        <p:spPr>
          <a:xfrm xmlns:a="http://schemas.openxmlformats.org/drawingml/2006/main">
            <a:off x="7239000" y="2286000"/>
            <a:ext cx="714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859ED"/>
                </a:solidFill>
                <a:latin typeface="Malgun Gothic"/>
                <a:ea typeface="Malgun Gothic"/>
                <a:cs typeface="Malgun Gothic"/>
              </a:defRPr>
            </a:defPPr>
          </a:lstStyle>
          <a:p xmlns:a="http://schemas.openxmlformats.org/drawingml/2006/main">
            <a:pPr>
              <a:defRPr sz="2250" b="1">
                <a:solidFill>
                  <a:srgbClr val="3859ED"/>
                </a:solidFill>
                <a:latin typeface="Malgun Gothic"/>
                <a:ea typeface="Malgun Gothic"/>
                <a:cs typeface="Malgun Gothic"/>
              </a:defRPr>
            </a:pPr>
            <a:r>
              <a:rPr sz="2250" b="1">
                <a:solidFill>
                  <a:srgbClr val="3859ED"/>
                </a:solidFill>
                <a:latin typeface="Malgun Gothic"/>
                <a:ea typeface="Malgun Gothic"/>
                <a:cs typeface="Malgun Gothic"/>
              </a:rPr>
              <a:t>참여자의 손들기</a:t>
            </a:r>
          </a:p>
        </p:txBody>
      </p:sp>
      <p:sp>
        <p:nvSpPr>
          <p:cNvPr id="6" name="">
            <a:extLst xmlns:a="http://schemas.openxmlformats.org/drawingml/2006/main">
              <a:ext uri="{FF2B5EF4-FFF2-40B4-BE49-F238E27FC236}">
                <a16:creationId xmlns:a16="http://schemas.microsoft.com/office/drawing/2014/main" id="{D617DCD5-BD29-4DEE-951E-462D5810D0A4}"/>
              </a:ext>
            </a:extLst>
          </p:cNvPr>
          <p:cNvSpPr>
            <a:spLocks xmlns:a="http://schemas.openxmlformats.org/drawingml/2006/main" noGrp="1"/>
          </p:cNvSpPr>
          <p:nvPr/>
        </p:nvSpPr>
        <p:spPr>
          <a:xfrm xmlns:a="http://schemas.openxmlformats.org/drawingml/2006/main">
            <a:off x="7239000" y="2781300"/>
            <a:ext cx="714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02C3D"/>
                </a:solidFill>
                <a:latin typeface="Malgun Gothic"/>
                <a:ea typeface="Malgun Gothic"/>
                <a:cs typeface="Malgun Gothic"/>
              </a:defRPr>
            </a:defPPr>
          </a:lstStyle>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참석자 목록에 발언 요청을 표시합니다.</a:t>
            </a:r>
          </a:p>
        </p:txBody>
      </p:sp>
      <p:sp>
        <p:nvSpPr>
          <p:cNvPr id="7" name="">
            <a:extLst xmlns:a="http://schemas.openxmlformats.org/drawingml/2006/main">
              <a:ext uri="{FF2B5EF4-FFF2-40B4-BE49-F238E27FC236}">
                <a16:creationId xmlns:a16="http://schemas.microsoft.com/office/drawing/2014/main" id="{2BF650AD-5FE4-42FB-BE1A-6339DF692E8F}"/>
              </a:ext>
            </a:extLst>
          </p:cNvPr>
          <p:cNvSpPr>
            <a:spLocks xmlns:a="http://schemas.openxmlformats.org/drawingml/2006/main" noGrp="1"/>
          </p:cNvSpPr>
          <p:nvPr/>
        </p:nvSpPr>
        <p:spPr>
          <a:xfrm xmlns:a="http://schemas.openxmlformats.org/drawingml/2006/main">
            <a:off x="7239000" y="3905250"/>
            <a:ext cx="714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859ED"/>
                </a:solidFill>
                <a:latin typeface="Malgun Gothic"/>
                <a:ea typeface="Malgun Gothic"/>
                <a:cs typeface="Malgun Gothic"/>
              </a:defRPr>
            </a:defPPr>
          </a:lstStyle>
          <a:p xmlns:a="http://schemas.openxmlformats.org/drawingml/2006/main">
            <a:pPr>
              <a:defRPr sz="2250" b="1">
                <a:solidFill>
                  <a:srgbClr val="3859ED"/>
                </a:solidFill>
                <a:latin typeface="Malgun Gothic"/>
                <a:ea typeface="Malgun Gothic"/>
                <a:cs typeface="Malgun Gothic"/>
              </a:defRPr>
            </a:pPr>
            <a:r>
              <a:rPr sz="2250" b="1">
                <a:solidFill>
                  <a:srgbClr val="3859ED"/>
                </a:solidFill>
                <a:latin typeface="Malgun Gothic"/>
                <a:ea typeface="Malgun Gothic"/>
                <a:cs typeface="Malgun Gothic"/>
              </a:rPr>
              <a:t>방장의 발표 지정</a:t>
            </a:r>
          </a:p>
        </p:txBody>
      </p:sp>
      <p:sp>
        <p:nvSpPr>
          <p:cNvPr id="8" name="">
            <a:extLst xmlns:a="http://schemas.openxmlformats.org/drawingml/2006/main">
              <a:ext uri="{FF2B5EF4-FFF2-40B4-BE49-F238E27FC236}">
                <a16:creationId xmlns:a16="http://schemas.microsoft.com/office/drawing/2014/main" id="{18AA5272-6C07-4BAC-8231-D1E234FC6E5B}"/>
              </a:ext>
            </a:extLst>
          </p:cNvPr>
          <p:cNvSpPr>
            <a:spLocks xmlns:a="http://schemas.openxmlformats.org/drawingml/2006/main" noGrp="1"/>
          </p:cNvSpPr>
          <p:nvPr/>
        </p:nvSpPr>
        <p:spPr>
          <a:xfrm xmlns:a="http://schemas.openxmlformats.org/drawingml/2006/main">
            <a:off x="7239000" y="4400550"/>
            <a:ext cx="714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02C3D"/>
                </a:solidFill>
                <a:latin typeface="Malgun Gothic"/>
                <a:ea typeface="Malgun Gothic"/>
                <a:cs typeface="Malgun Gothic"/>
              </a:defRPr>
            </a:defPPr>
          </a:lstStyle>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발언할 참석자 옆의</a:t>
            </a:r>
          </a:p>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발표 지정 버튼을 누릅니다.</a:t>
            </a:r>
          </a:p>
        </p:txBody>
      </p:sp>
      <p:sp>
        <p:nvSpPr>
          <p:cNvPr id="9" name="">
            <a:extLst xmlns:a="http://schemas.openxmlformats.org/drawingml/2006/main">
              <a:ext uri="{FF2B5EF4-FFF2-40B4-BE49-F238E27FC236}">
                <a16:creationId xmlns:a16="http://schemas.microsoft.com/office/drawing/2014/main" id="{C8E39A67-D5F0-4AB9-9635-D8371005595A}"/>
              </a:ext>
            </a:extLst>
          </p:cNvPr>
          <p:cNvSpPr>
            <a:spLocks xmlns:a="http://schemas.openxmlformats.org/drawingml/2006/main" noGrp="1"/>
          </p:cNvSpPr>
          <p:nvPr/>
        </p:nvSpPr>
        <p:spPr>
          <a:xfrm xmlns:a="http://schemas.openxmlformats.org/drawingml/2006/main">
            <a:off x="7239000" y="5524500"/>
            <a:ext cx="714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859ED"/>
                </a:solidFill>
                <a:latin typeface="Malgun Gothic"/>
                <a:ea typeface="Malgun Gothic"/>
                <a:cs typeface="Malgun Gothic"/>
              </a:defRPr>
            </a:defPPr>
          </a:lstStyle>
          <a:p xmlns:a="http://schemas.openxmlformats.org/drawingml/2006/main">
            <a:pPr>
              <a:defRPr sz="2250" b="1">
                <a:solidFill>
                  <a:srgbClr val="3859ED"/>
                </a:solidFill>
                <a:latin typeface="Malgun Gothic"/>
                <a:ea typeface="Malgun Gothic"/>
                <a:cs typeface="Malgun Gothic"/>
              </a:defRPr>
            </a:pPr>
            <a:r>
              <a:rPr sz="2250" b="1">
                <a:solidFill>
                  <a:srgbClr val="3859ED"/>
                </a:solidFill>
                <a:latin typeface="Malgun Gothic"/>
                <a:ea typeface="Malgun Gothic"/>
                <a:cs typeface="Malgun Gothic"/>
              </a:rPr>
              <a:t>발표자의 마이크</a:t>
            </a:r>
          </a:p>
        </p:txBody>
      </p:sp>
      <p:sp>
        <p:nvSpPr>
          <p:cNvPr id="10" name="">
            <a:extLst xmlns:a="http://schemas.openxmlformats.org/drawingml/2006/main">
              <a:ext uri="{FF2B5EF4-FFF2-40B4-BE49-F238E27FC236}">
                <a16:creationId xmlns:a16="http://schemas.microsoft.com/office/drawing/2014/main" id="{B3D63B7B-0E4D-4138-85BC-AC5BDE54C2EA}"/>
              </a:ext>
            </a:extLst>
          </p:cNvPr>
          <p:cNvSpPr>
            <a:spLocks xmlns:a="http://schemas.openxmlformats.org/drawingml/2006/main" noGrp="1"/>
          </p:cNvSpPr>
          <p:nvPr/>
        </p:nvSpPr>
        <p:spPr>
          <a:xfrm xmlns:a="http://schemas.openxmlformats.org/drawingml/2006/main">
            <a:off x="7239000" y="6019800"/>
            <a:ext cx="714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02C3D"/>
                </a:solidFill>
                <a:latin typeface="Malgun Gothic"/>
                <a:ea typeface="Malgun Gothic"/>
                <a:cs typeface="Malgun Gothic"/>
              </a:defRPr>
            </a:defPPr>
          </a:lstStyle>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발표자로 지정되어도</a:t>
            </a:r>
          </a:p>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본인이 마이크를 켜야 합니다.</a:t>
            </a:r>
          </a:p>
        </p:txBody>
      </p:sp>
      <p:sp>
        <p:nvSpPr>
          <p:cNvPr id="11" name="">
            <a:extLst xmlns:a="http://schemas.openxmlformats.org/drawingml/2006/main">
              <a:ext uri="{FF2B5EF4-FFF2-40B4-BE49-F238E27FC236}">
                <a16:creationId xmlns:a16="http://schemas.microsoft.com/office/drawing/2014/main" id="{4B420107-8B50-4B39-8B42-BD3D0267F914}"/>
              </a:ext>
            </a:extLst>
          </p:cNvPr>
          <p:cNvSpPr>
            <a:spLocks xmlns:a="http://schemas.openxmlformats.org/drawingml/2006/main" noGrp="1"/>
          </p:cNvSpPr>
          <p:nvPr/>
        </p:nvSpPr>
        <p:spPr>
          <a:xfrm xmlns:a="http://schemas.openxmlformats.org/drawingml/2006/main">
            <a:off x="628650" y="7972425"/>
            <a:ext cx="1295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67489"/>
                </a:solidFill>
                <a:latin typeface="Malgun Gothic"/>
                <a:ea typeface="Malgun Gothic"/>
                <a:cs typeface="Malgun Gothic"/>
              </a:defRPr>
            </a:defPPr>
          </a:lstStyle>
          <a:p xmlns:a="http://schemas.openxmlformats.org/drawingml/2006/main">
            <a:pPr>
              <a:defRPr sz="1350" b="0">
                <a:solidFill>
                  <a:srgbClr val="667489"/>
                </a:solidFill>
                <a:latin typeface="Malgun Gothic"/>
                <a:ea typeface="Malgun Gothic"/>
                <a:cs typeface="Malgun Gothic"/>
              </a:defRPr>
            </a:pPr>
            <a:r>
              <a:rPr sz="1350" b="0">
                <a:solidFill>
                  <a:srgbClr val="667489"/>
                </a:solidFill>
                <a:latin typeface="Malgun Gothic"/>
                <a:ea typeface="Malgun Gothic"/>
                <a:cs typeface="Malgun Gothic"/>
              </a:rPr>
              <a:t>방장이 나가면 남은 참여자에게 방장 권한을 자동으로 넘깁니다.</a:t>
            </a:r>
          </a:p>
        </p:txBody>
      </p:sp>
    </p:spTree>
    <p:extLst>
      <p:ext uri="{BB962C8B-B14F-4D97-AF65-F5344CB8AC3E}">
        <p14:creationId xmlns:p14="http://schemas.microsoft.com/office/powerpoint/2010/main" val="362715106"/>
      </p:ext>
    </p:extLst>
  </p:cSld>
</p:sld>
</file>

<file path=ppt/slides/slide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2B6C5C4-6D2A-4F78-8BA2-F28EBD29BF06}"/>
              </a:ext>
            </a:extLst>
          </p:cNvPr>
          <p:cNvSpPr>
            <a:spLocks xmlns:a="http://schemas.openxmlformats.org/drawingml/2006/main" noGrp="1"/>
          </p:cNvSpPr>
          <p:nvPr/>
        </p:nvSpPr>
        <p:spPr>
          <a:xfrm xmlns:a="http://schemas.openxmlformats.org/drawingml/2006/main">
            <a:off x="609600" y="419100"/>
            <a:ext cx="1381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02C3D"/>
                </a:solidFill>
                <a:latin typeface="Malgun Gothic"/>
                <a:ea typeface="Malgun Gothic"/>
                <a:cs typeface="Malgun Gothic"/>
              </a:defRPr>
            </a:defPPr>
          </a:lstStyle>
          <a:p xmlns:a="http://schemas.openxmlformats.org/drawingml/2006/main">
            <a:pPr>
              <a:defRPr sz="3300" b="1">
                <a:solidFill>
                  <a:srgbClr val="202C3D"/>
                </a:solidFill>
                <a:latin typeface="Malgun Gothic"/>
                <a:ea typeface="Malgun Gothic"/>
                <a:cs typeface="Malgun Gothic"/>
              </a:defRPr>
            </a:pPr>
            <a:r>
              <a:rPr sz="3300" b="1">
                <a:solidFill>
                  <a:srgbClr val="202C3D"/>
                </a:solidFill>
                <a:latin typeface="Malgun Gothic"/>
                <a:ea typeface="Malgun Gothic"/>
                <a:cs typeface="Malgun Gothic"/>
              </a:rPr>
              <a:t>모든 참석자를 보는 다중 화면</a:t>
            </a:r>
          </a:p>
        </p:txBody>
      </p:sp>
      <p:sp>
        <p:nvSpPr>
          <p:cNvPr id="2" name="">
            <a:extLst xmlns:a="http://schemas.openxmlformats.org/drawingml/2006/main">
              <a:ext uri="{FF2B5EF4-FFF2-40B4-BE49-F238E27FC236}">
                <a16:creationId xmlns:a16="http://schemas.microsoft.com/office/drawing/2014/main" id="{E31FD10D-AE48-48D7-A34A-AA068841747A}"/>
              </a:ext>
            </a:extLst>
          </p:cNvPr>
          <p:cNvSpPr>
            <a:spLocks xmlns:a="http://schemas.openxmlformats.org/drawingml/2006/main" noGrp="1"/>
          </p:cNvSpPr>
          <p:nvPr/>
        </p:nvSpPr>
        <p:spPr>
          <a:xfrm xmlns:a="http://schemas.openxmlformats.org/drawingml/2006/main">
            <a:off x="628650" y="1123950"/>
            <a:ext cx="1381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667489"/>
                </a:solidFill>
                <a:latin typeface="Malgun Gothic"/>
                <a:ea typeface="Malgun Gothic"/>
                <a:cs typeface="Malgun Gothic"/>
              </a:defRPr>
            </a:defPPr>
          </a:lstStyle>
          <a:p xmlns:a="http://schemas.openxmlformats.org/drawingml/2006/main">
            <a:pPr>
              <a:defRPr sz="1800" b="0">
                <a:solidFill>
                  <a:srgbClr val="667489"/>
                </a:solidFill>
                <a:latin typeface="Malgun Gothic"/>
                <a:ea typeface="Malgun Gothic"/>
                <a:cs typeface="Malgun Gothic"/>
              </a:defRPr>
            </a:pPr>
            <a:r>
              <a:rPr sz="1800" b="0">
                <a:solidFill>
                  <a:srgbClr val="667489"/>
                </a:solidFill>
                <a:latin typeface="Malgun Gothic"/>
                <a:ea typeface="Malgun Gothic"/>
                <a:cs typeface="Malgun Gothic"/>
              </a:rPr>
              <a:t>화면 아래에서 장치와 화면 공유를 조작합니다</a:t>
            </a:r>
          </a:p>
        </p:txBody>
      </p:sp>
      <p:sp>
        <p:nvSpPr>
          <p:cNvPr id="3" name="">
            <a:extLst xmlns:a="http://schemas.openxmlformats.org/drawingml/2006/main">
              <a:ext uri="{FF2B5EF4-FFF2-40B4-BE49-F238E27FC236}">
                <a16:creationId xmlns:a16="http://schemas.microsoft.com/office/drawing/2014/main" id="{34BCD9BD-3E72-4E76-964A-6C8B696066C1}"/>
              </a:ext>
            </a:extLst>
          </p:cNvPr>
          <p:cNvSpPr>
            <a:spLocks xmlns:a="http://schemas.openxmlformats.org/drawingml/2006/main" noGrp="1"/>
          </p:cNvSpPr>
          <p:nvPr/>
        </p:nvSpPr>
        <p:spPr>
          <a:xfrm xmlns:a="http://schemas.openxmlformats.org/drawingml/2006/main">
            <a:off x="14001750" y="80581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67489"/>
                </a:solidFill>
                <a:latin typeface="Malgun Gothic"/>
                <a:ea typeface="Malgun Gothic"/>
                <a:cs typeface="Malgun Gothic"/>
              </a:defRPr>
            </a:defPPr>
          </a:lstStyle>
          <a:p xmlns:a="http://schemas.openxmlformats.org/drawingml/2006/main">
            <a:pPr>
              <a:defRPr sz="1350" b="0">
                <a:solidFill>
                  <a:srgbClr val="667489"/>
                </a:solidFill>
                <a:latin typeface="Malgun Gothic"/>
                <a:ea typeface="Malgun Gothic"/>
                <a:cs typeface="Malgun Gothic"/>
              </a:defRPr>
            </a:pPr>
            <a:r>
              <a:rPr sz="1350" b="0">
                <a:solidFill>
                  <a:srgbClr val="667489"/>
                </a:solidFill>
                <a:latin typeface="Malgun Gothic"/>
                <a:ea typeface="Malgun Gothic"/>
                <a:cs typeface="Malgun Gothic"/>
              </a:rPr>
              <a:t>09</a:t>
            </a:r>
          </a:p>
        </p:txBody>
      </p:sp>
      <p:pic>
        <p:nvPicPr>
          <p:cNvPr id="4" name="">
            <a:extLst xmlns:a="http://schemas.openxmlformats.org/drawingml/2006/main">
              <a:ext uri="{FF2B5EF4-FFF2-40B4-BE49-F238E27FC236}">
                <a16:creationId xmlns:a16="http://schemas.microsoft.com/office/drawing/2014/main" id="{80A41F61-2FB2-4834-BFBB-627F803828FD}"/>
              </a:ext>
            </a:extLst>
          </p:cNvPr>
          <p:cNvPicPr>
            <a:picLocks xmlns:a="http://schemas.openxmlformats.org/drawingml/2006/main" noChangeAspect="1"/>
          </p:cNvPicPr>
          <p:nvPr/>
        </p:nvPicPr>
        <p:blipFill>
          <a:blip xmlns:r="http://schemas.openxmlformats.org/officeDocument/2006/relationships" xmlns:a="http://schemas.openxmlformats.org/drawingml/2006/main" r:embed="R55f8b58dba254cf5"/>
          <a:stretch xmlns:a="http://schemas.openxmlformats.org/drawingml/2006/main"/>
        </p:blipFill>
        <p:spPr>
          <a:xfrm xmlns:a="http://schemas.openxmlformats.org/drawingml/2006/main">
            <a:off x="2217321" y="1857375"/>
            <a:ext cx="8424108" cy="5857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3E8748B-22BD-4788-8634-C406EABDB66D}"/>
              </a:ext>
            </a:extLst>
          </p:cNvPr>
          <p:cNvSpPr>
            <a:spLocks xmlns:a="http://schemas.openxmlformats.org/drawingml/2006/main" noGrp="1"/>
          </p:cNvSpPr>
          <p:nvPr/>
        </p:nvSpPr>
        <p:spPr>
          <a:xfrm xmlns:a="http://schemas.openxmlformats.org/drawingml/2006/main">
            <a:off x="12668250" y="2190750"/>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3859ED"/>
                </a:solidFill>
                <a:latin typeface="Malgun Gothic"/>
                <a:ea typeface="Malgun Gothic"/>
                <a:cs typeface="Malgun Gothic"/>
              </a:defRPr>
            </a:defPPr>
          </a:lstStyle>
          <a:p xmlns:a="http://schemas.openxmlformats.org/drawingml/2006/main">
            <a:pPr>
              <a:defRPr sz="2100" b="1">
                <a:solidFill>
                  <a:srgbClr val="3859ED"/>
                </a:solidFill>
                <a:latin typeface="Malgun Gothic"/>
                <a:ea typeface="Malgun Gothic"/>
                <a:cs typeface="Malgun Gothic"/>
              </a:defRPr>
            </a:pPr>
            <a:r>
              <a:rPr sz="2100" b="1">
                <a:solidFill>
                  <a:srgbClr val="3859ED"/>
                </a:solidFill>
                <a:latin typeface="Malgun Gothic"/>
                <a:ea typeface="Malgun Gothic"/>
                <a:cs typeface="Malgun Gothic"/>
              </a:rPr>
              <a:t>다중 화면</a:t>
            </a:r>
          </a:p>
        </p:txBody>
      </p:sp>
      <p:sp>
        <p:nvSpPr>
          <p:cNvPr id="6" name="">
            <a:extLst xmlns:a="http://schemas.openxmlformats.org/drawingml/2006/main">
              <a:ext uri="{FF2B5EF4-FFF2-40B4-BE49-F238E27FC236}">
                <a16:creationId xmlns:a16="http://schemas.microsoft.com/office/drawing/2014/main" id="{FC18C326-F025-4BD0-8EAF-39B9EAA1DC01}"/>
              </a:ext>
            </a:extLst>
          </p:cNvPr>
          <p:cNvSpPr>
            <a:spLocks xmlns:a="http://schemas.openxmlformats.org/drawingml/2006/main" noGrp="1"/>
          </p:cNvSpPr>
          <p:nvPr/>
        </p:nvSpPr>
        <p:spPr>
          <a:xfrm xmlns:a="http://schemas.openxmlformats.org/drawingml/2006/main">
            <a:off x="12668250" y="2762250"/>
            <a:ext cx="209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02C3D"/>
                </a:solidFill>
                <a:latin typeface="Malgun Gothic"/>
                <a:ea typeface="Malgun Gothic"/>
                <a:cs typeface="Malgun Gothic"/>
              </a:defRPr>
            </a:defPPr>
          </a:lstStyle>
          <a:p xmlns:a="http://schemas.openxmlformats.org/drawingml/2006/main">
            <a:pPr>
              <a:defRPr sz="1875" b="0">
                <a:solidFill>
                  <a:srgbClr val="202C3D"/>
                </a:solidFill>
                <a:latin typeface="Malgun Gothic"/>
                <a:ea typeface="Malgun Gothic"/>
                <a:cs typeface="Malgun Gothic"/>
              </a:defRPr>
            </a:pPr>
            <a:r>
              <a:rPr sz="1875" b="0">
                <a:solidFill>
                  <a:srgbClr val="202C3D"/>
                </a:solidFill>
                <a:latin typeface="Malgun Gothic"/>
                <a:ea typeface="Malgun Gothic"/>
                <a:cs typeface="Malgun Gothic"/>
              </a:rPr>
              <a:t>참석자를</a:t>
            </a:r>
          </a:p>
          <a:p xmlns:a="http://schemas.openxmlformats.org/drawingml/2006/main">
            <a:pPr>
              <a:defRPr sz="1875" b="0">
                <a:solidFill>
                  <a:srgbClr val="202C3D"/>
                </a:solidFill>
                <a:latin typeface="Malgun Gothic"/>
                <a:ea typeface="Malgun Gothic"/>
                <a:cs typeface="Malgun Gothic"/>
              </a:defRPr>
            </a:pPr>
            <a:r>
              <a:rPr sz="1875" b="0">
                <a:solidFill>
                  <a:srgbClr val="202C3D"/>
                </a:solidFill>
                <a:latin typeface="Malgun Gothic"/>
                <a:ea typeface="Malgun Gothic"/>
                <a:cs typeface="Malgun Gothic"/>
              </a:rPr>
              <a:t>타일로 표시</a:t>
            </a:r>
          </a:p>
        </p:txBody>
      </p:sp>
      <p:sp>
        <p:nvSpPr>
          <p:cNvPr id="7" name="">
            <a:extLst xmlns:a="http://schemas.openxmlformats.org/drawingml/2006/main">
              <a:ext uri="{FF2B5EF4-FFF2-40B4-BE49-F238E27FC236}">
                <a16:creationId xmlns:a16="http://schemas.microsoft.com/office/drawing/2014/main" id="{AACC81FF-4CFB-49D4-B88A-2B81072A655E}"/>
              </a:ext>
            </a:extLst>
          </p:cNvPr>
          <p:cNvSpPr>
            <a:spLocks xmlns:a="http://schemas.openxmlformats.org/drawingml/2006/main" noGrp="1"/>
          </p:cNvSpPr>
          <p:nvPr/>
        </p:nvSpPr>
        <p:spPr>
          <a:xfrm xmlns:a="http://schemas.openxmlformats.org/drawingml/2006/main">
            <a:off x="12668250" y="414337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3859ED"/>
                </a:solidFill>
                <a:latin typeface="Malgun Gothic"/>
                <a:ea typeface="Malgun Gothic"/>
                <a:cs typeface="Malgun Gothic"/>
              </a:defRPr>
            </a:defPPr>
          </a:lstStyle>
          <a:p xmlns:a="http://schemas.openxmlformats.org/drawingml/2006/main">
            <a:pPr>
              <a:defRPr sz="2100" b="1">
                <a:solidFill>
                  <a:srgbClr val="3859ED"/>
                </a:solidFill>
                <a:latin typeface="Malgun Gothic"/>
                <a:ea typeface="Malgun Gothic"/>
                <a:cs typeface="Malgun Gothic"/>
              </a:defRPr>
            </a:pPr>
            <a:r>
              <a:rPr sz="2100" b="1">
                <a:solidFill>
                  <a:srgbClr val="3859ED"/>
                </a:solidFill>
                <a:latin typeface="Malgun Gothic"/>
                <a:ea typeface="Malgun Gothic"/>
                <a:cs typeface="Malgun Gothic"/>
              </a:rPr>
              <a:t>참석자 목록</a:t>
            </a:r>
          </a:p>
        </p:txBody>
      </p:sp>
      <p:sp>
        <p:nvSpPr>
          <p:cNvPr id="8" name="">
            <a:extLst xmlns:a="http://schemas.openxmlformats.org/drawingml/2006/main">
              <a:ext uri="{FF2B5EF4-FFF2-40B4-BE49-F238E27FC236}">
                <a16:creationId xmlns:a16="http://schemas.microsoft.com/office/drawing/2014/main" id="{DC042490-1AAE-4F32-875F-1E06E70767D8}"/>
              </a:ext>
            </a:extLst>
          </p:cNvPr>
          <p:cNvSpPr>
            <a:spLocks xmlns:a="http://schemas.openxmlformats.org/drawingml/2006/main" noGrp="1"/>
          </p:cNvSpPr>
          <p:nvPr/>
        </p:nvSpPr>
        <p:spPr>
          <a:xfrm xmlns:a="http://schemas.openxmlformats.org/drawingml/2006/main">
            <a:off x="12668250" y="4714875"/>
            <a:ext cx="2095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02C3D"/>
                </a:solidFill>
                <a:latin typeface="Malgun Gothic"/>
                <a:ea typeface="Malgun Gothic"/>
                <a:cs typeface="Malgun Gothic"/>
              </a:defRPr>
            </a:defPPr>
          </a:lstStyle>
          <a:p xmlns:a="http://schemas.openxmlformats.org/drawingml/2006/main">
            <a:pPr>
              <a:defRPr sz="1875" b="0">
                <a:solidFill>
                  <a:srgbClr val="202C3D"/>
                </a:solidFill>
                <a:latin typeface="Malgun Gothic"/>
                <a:ea typeface="Malgun Gothic"/>
                <a:cs typeface="Malgun Gothic"/>
              </a:defRPr>
            </a:pPr>
            <a:r>
              <a:rPr sz="1875" b="0">
                <a:solidFill>
                  <a:srgbClr val="202C3D"/>
                </a:solidFill>
                <a:latin typeface="Malgun Gothic"/>
                <a:ea typeface="Malgun Gothic"/>
                <a:cs typeface="Malgun Gothic"/>
              </a:rPr>
              <a:t>방장과 발표자,</a:t>
            </a:r>
          </a:p>
          <a:p xmlns:a="http://schemas.openxmlformats.org/drawingml/2006/main">
            <a:pPr>
              <a:defRPr sz="1875" b="0">
                <a:solidFill>
                  <a:srgbClr val="202C3D"/>
                </a:solidFill>
                <a:latin typeface="Malgun Gothic"/>
                <a:ea typeface="Malgun Gothic"/>
                <a:cs typeface="Malgun Gothic"/>
              </a:defRPr>
            </a:pPr>
            <a:r>
              <a:rPr sz="1875" b="0">
                <a:solidFill>
                  <a:srgbClr val="202C3D"/>
                </a:solidFill>
                <a:latin typeface="Malgun Gothic"/>
                <a:ea typeface="Malgun Gothic"/>
                <a:cs typeface="Malgun Gothic"/>
              </a:rPr>
              <a:t>발언 요청 확인</a:t>
            </a:r>
          </a:p>
        </p:txBody>
      </p:sp>
      <p:sp>
        <p:nvSpPr>
          <p:cNvPr id="9" name="">
            <a:extLst xmlns:a="http://schemas.openxmlformats.org/drawingml/2006/main">
              <a:ext uri="{FF2B5EF4-FFF2-40B4-BE49-F238E27FC236}">
                <a16:creationId xmlns:a16="http://schemas.microsoft.com/office/drawing/2014/main" id="{3ED320BA-571E-4C64-98FC-79BC3255E672}"/>
              </a:ext>
            </a:extLst>
          </p:cNvPr>
          <p:cNvSpPr>
            <a:spLocks xmlns:a="http://schemas.openxmlformats.org/drawingml/2006/main" noGrp="1"/>
          </p:cNvSpPr>
          <p:nvPr/>
        </p:nvSpPr>
        <p:spPr>
          <a:xfrm xmlns:a="http://schemas.openxmlformats.org/drawingml/2006/main">
            <a:off x="628650" y="7972425"/>
            <a:ext cx="1295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67489"/>
                </a:solidFill>
                <a:latin typeface="Malgun Gothic"/>
                <a:ea typeface="Malgun Gothic"/>
                <a:cs typeface="Malgun Gothic"/>
              </a:defRPr>
            </a:defPPr>
          </a:lstStyle>
          <a:p xmlns:a="http://schemas.openxmlformats.org/drawingml/2006/main">
            <a:pPr>
              <a:defRPr sz="1350" b="0">
                <a:solidFill>
                  <a:srgbClr val="667489"/>
                </a:solidFill>
                <a:latin typeface="Malgun Gothic"/>
                <a:ea typeface="Malgun Gothic"/>
                <a:cs typeface="Malgun Gothic"/>
              </a:defRPr>
            </a:pPr>
            <a:r>
              <a:rPr sz="1350" b="0">
                <a:solidFill>
                  <a:srgbClr val="667489"/>
                </a:solidFill>
                <a:latin typeface="Malgun Gothic"/>
                <a:ea typeface="Malgun Gothic"/>
                <a:cs typeface="Malgun Gothic"/>
              </a:rPr>
              <a:t>화면 예시는 카메라 꺼짐 상태입니다. 카메라를 켜면 해당 타일에 영상이 표시됩니다.</a:t>
            </a:r>
          </a:p>
        </p:txBody>
      </p:sp>
    </p:spTree>
    <p:extLst>
      <p:ext uri="{BB962C8B-B14F-4D97-AF65-F5344CB8AC3E}">
        <p14:creationId xmlns:p14="http://schemas.microsoft.com/office/powerpoint/2010/main" val="1360187050"/>
      </p:ext>
    </p:extLst>
  </p:cSld>
</p:sld>
</file>

<file path=ppt/slides/slide1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B4F2491-FDD9-47E3-BBFA-525DF1CD288B}"/>
              </a:ext>
            </a:extLst>
          </p:cNvPr>
          <p:cNvSpPr>
            <a:spLocks xmlns:a="http://schemas.openxmlformats.org/drawingml/2006/main" noGrp="1"/>
          </p:cNvSpPr>
          <p:nvPr/>
        </p:nvSpPr>
        <p:spPr>
          <a:xfrm xmlns:a="http://schemas.openxmlformats.org/drawingml/2006/main">
            <a:off x="609600" y="419100"/>
            <a:ext cx="1381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02C3D"/>
                </a:solidFill>
                <a:latin typeface="Malgun Gothic"/>
                <a:ea typeface="Malgun Gothic"/>
                <a:cs typeface="Malgun Gothic"/>
              </a:defRPr>
            </a:defPPr>
          </a:lstStyle>
          <a:p xmlns:a="http://schemas.openxmlformats.org/drawingml/2006/main">
            <a:pPr>
              <a:defRPr sz="3300" b="1">
                <a:solidFill>
                  <a:srgbClr val="202C3D"/>
                </a:solidFill>
                <a:latin typeface="Malgun Gothic"/>
                <a:ea typeface="Malgun Gothic"/>
                <a:cs typeface="Malgun Gothic"/>
              </a:defRPr>
            </a:pPr>
            <a:r>
              <a:rPr sz="3300" b="1">
                <a:solidFill>
                  <a:srgbClr val="202C3D"/>
                </a:solidFill>
                <a:latin typeface="Malgun Gothic"/>
                <a:ea typeface="Malgun Gothic"/>
                <a:cs typeface="Malgun Gothic"/>
              </a:rPr>
              <a:t>발표자 화면과 열린 파일 공유</a:t>
            </a:r>
          </a:p>
        </p:txBody>
      </p:sp>
      <p:sp>
        <p:nvSpPr>
          <p:cNvPr id="2" name="">
            <a:extLst xmlns:a="http://schemas.openxmlformats.org/drawingml/2006/main">
              <a:ext uri="{FF2B5EF4-FFF2-40B4-BE49-F238E27FC236}">
                <a16:creationId xmlns:a16="http://schemas.microsoft.com/office/drawing/2014/main" id="{8CA436F4-4876-40C8-A96F-B8EC9E929804}"/>
              </a:ext>
            </a:extLst>
          </p:cNvPr>
          <p:cNvSpPr>
            <a:spLocks xmlns:a="http://schemas.openxmlformats.org/drawingml/2006/main" noGrp="1"/>
          </p:cNvSpPr>
          <p:nvPr/>
        </p:nvSpPr>
        <p:spPr>
          <a:xfrm xmlns:a="http://schemas.openxmlformats.org/drawingml/2006/main">
            <a:off x="628650" y="1123950"/>
            <a:ext cx="1381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667489"/>
                </a:solidFill>
                <a:latin typeface="Malgun Gothic"/>
                <a:ea typeface="Malgun Gothic"/>
                <a:cs typeface="Malgun Gothic"/>
              </a:defRPr>
            </a:defPPr>
          </a:lstStyle>
          <a:p xmlns:a="http://schemas.openxmlformats.org/drawingml/2006/main">
            <a:pPr>
              <a:defRPr sz="1800" b="0">
                <a:solidFill>
                  <a:srgbClr val="667489"/>
                </a:solidFill>
                <a:latin typeface="Malgun Gothic"/>
                <a:ea typeface="Malgun Gothic"/>
                <a:cs typeface="Malgun Gothic"/>
              </a:defRPr>
            </a:pPr>
            <a:r>
              <a:rPr sz="1800" b="0">
                <a:solidFill>
                  <a:srgbClr val="667489"/>
                </a:solidFill>
                <a:latin typeface="Malgun Gothic"/>
                <a:ea typeface="Malgun Gothic"/>
                <a:cs typeface="Malgun Gothic"/>
              </a:rPr>
              <a:t>발표자 한 명의 영상 또는 공유 화면에 집중합니다</a:t>
            </a:r>
          </a:p>
        </p:txBody>
      </p:sp>
      <p:sp>
        <p:nvSpPr>
          <p:cNvPr id="3" name="">
            <a:extLst xmlns:a="http://schemas.openxmlformats.org/drawingml/2006/main">
              <a:ext uri="{FF2B5EF4-FFF2-40B4-BE49-F238E27FC236}">
                <a16:creationId xmlns:a16="http://schemas.microsoft.com/office/drawing/2014/main" id="{6F6BB6A5-0E3A-46F2-A607-B88298F0583F}"/>
              </a:ext>
            </a:extLst>
          </p:cNvPr>
          <p:cNvSpPr>
            <a:spLocks xmlns:a="http://schemas.openxmlformats.org/drawingml/2006/main" noGrp="1"/>
          </p:cNvSpPr>
          <p:nvPr/>
        </p:nvSpPr>
        <p:spPr>
          <a:xfrm xmlns:a="http://schemas.openxmlformats.org/drawingml/2006/main">
            <a:off x="14001750" y="80581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67489"/>
                </a:solidFill>
                <a:latin typeface="Malgun Gothic"/>
                <a:ea typeface="Malgun Gothic"/>
                <a:cs typeface="Malgun Gothic"/>
              </a:defRPr>
            </a:defPPr>
          </a:lstStyle>
          <a:p xmlns:a="http://schemas.openxmlformats.org/drawingml/2006/main">
            <a:pPr>
              <a:defRPr sz="1350" b="0">
                <a:solidFill>
                  <a:srgbClr val="667489"/>
                </a:solidFill>
                <a:latin typeface="Malgun Gothic"/>
                <a:ea typeface="Malgun Gothic"/>
                <a:cs typeface="Malgun Gothic"/>
              </a:defRPr>
            </a:pPr>
            <a:r>
              <a:rPr sz="1350" b="0">
                <a:solidFill>
                  <a:srgbClr val="667489"/>
                </a:solidFill>
                <a:latin typeface="Malgun Gothic"/>
                <a:ea typeface="Malgun Gothic"/>
                <a:cs typeface="Malgun Gothic"/>
              </a:rPr>
              <a:t>10</a:t>
            </a:r>
          </a:p>
        </p:txBody>
      </p:sp>
      <p:pic>
        <p:nvPicPr>
          <p:cNvPr id="4" name="">
            <a:extLst xmlns:a="http://schemas.openxmlformats.org/drawingml/2006/main">
              <a:ext uri="{FF2B5EF4-FFF2-40B4-BE49-F238E27FC236}">
                <a16:creationId xmlns:a16="http://schemas.microsoft.com/office/drawing/2014/main" id="{BE472177-FB53-44A5-BBBE-DA27E9792267}"/>
              </a:ext>
            </a:extLst>
          </p:cNvPr>
          <p:cNvPicPr>
            <a:picLocks xmlns:a="http://schemas.openxmlformats.org/drawingml/2006/main" noChangeAspect="1"/>
          </p:cNvPicPr>
          <p:nvPr/>
        </p:nvPicPr>
        <p:blipFill>
          <a:blip xmlns:r="http://schemas.openxmlformats.org/officeDocument/2006/relationships" xmlns:a="http://schemas.openxmlformats.org/drawingml/2006/main" r:embed="R06e649b1f1c34750"/>
          <a:stretch xmlns:a="http://schemas.openxmlformats.org/drawingml/2006/main"/>
        </p:blipFill>
        <p:spPr>
          <a:xfrm xmlns:a="http://schemas.openxmlformats.org/drawingml/2006/main">
            <a:off x="1143069" y="1952625"/>
            <a:ext cx="8286612" cy="5476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821C92C-FDD4-4057-807B-E4AEF31E86E9}"/>
              </a:ext>
            </a:extLst>
          </p:cNvPr>
          <p:cNvSpPr>
            <a:spLocks xmlns:a="http://schemas.openxmlformats.org/drawingml/2006/main" noGrp="1"/>
          </p:cNvSpPr>
          <p:nvPr/>
        </p:nvSpPr>
        <p:spPr>
          <a:xfrm xmlns:a="http://schemas.openxmlformats.org/drawingml/2006/main">
            <a:off x="10382250" y="2238375"/>
            <a:ext cx="4238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859ED"/>
                </a:solidFill>
                <a:latin typeface="Malgun Gothic"/>
                <a:ea typeface="Malgun Gothic"/>
                <a:cs typeface="Malgun Gothic"/>
              </a:defRPr>
            </a:defPPr>
          </a:lstStyle>
          <a:p xmlns:a="http://schemas.openxmlformats.org/drawingml/2006/main">
            <a:pPr>
              <a:defRPr sz="2250" b="1">
                <a:solidFill>
                  <a:srgbClr val="3859ED"/>
                </a:solidFill>
                <a:latin typeface="Malgun Gothic"/>
                <a:ea typeface="Malgun Gothic"/>
                <a:cs typeface="Malgun Gothic"/>
              </a:defRPr>
            </a:pPr>
            <a:r>
              <a:rPr sz="2250" b="1">
                <a:solidFill>
                  <a:srgbClr val="3859ED"/>
                </a:solidFill>
                <a:latin typeface="Malgun Gothic"/>
                <a:ea typeface="Malgun Gothic"/>
                <a:cs typeface="Malgun Gothic"/>
              </a:rPr>
              <a:t>발표자 화면 선택</a:t>
            </a:r>
          </a:p>
        </p:txBody>
      </p:sp>
      <p:sp>
        <p:nvSpPr>
          <p:cNvPr id="6" name="">
            <a:extLst xmlns:a="http://schemas.openxmlformats.org/drawingml/2006/main">
              <a:ext uri="{FF2B5EF4-FFF2-40B4-BE49-F238E27FC236}">
                <a16:creationId xmlns:a16="http://schemas.microsoft.com/office/drawing/2014/main" id="{CA5C9261-5459-4F43-BDE5-75B51FF06DBE}"/>
              </a:ext>
            </a:extLst>
          </p:cNvPr>
          <p:cNvSpPr>
            <a:spLocks xmlns:a="http://schemas.openxmlformats.org/drawingml/2006/main" noGrp="1"/>
          </p:cNvSpPr>
          <p:nvPr/>
        </p:nvSpPr>
        <p:spPr>
          <a:xfrm xmlns:a="http://schemas.openxmlformats.org/drawingml/2006/main">
            <a:off x="10382250" y="2733675"/>
            <a:ext cx="4238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02C3D"/>
                </a:solidFill>
                <a:latin typeface="Malgun Gothic"/>
                <a:ea typeface="Malgun Gothic"/>
                <a:cs typeface="Malgun Gothic"/>
              </a:defRPr>
            </a:defPPr>
          </a:lstStyle>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발표자의 영상이나 공유 내용을</a:t>
            </a:r>
          </a:p>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크게 볼 수 있습니다.</a:t>
            </a:r>
          </a:p>
        </p:txBody>
      </p:sp>
      <p:sp>
        <p:nvSpPr>
          <p:cNvPr id="7" name="">
            <a:extLst xmlns:a="http://schemas.openxmlformats.org/drawingml/2006/main">
              <a:ext uri="{FF2B5EF4-FFF2-40B4-BE49-F238E27FC236}">
                <a16:creationId xmlns:a16="http://schemas.microsoft.com/office/drawing/2014/main" id="{E63140FB-886C-4C39-8373-6649F89630DD}"/>
              </a:ext>
            </a:extLst>
          </p:cNvPr>
          <p:cNvSpPr>
            <a:spLocks xmlns:a="http://schemas.openxmlformats.org/drawingml/2006/main" noGrp="1"/>
          </p:cNvSpPr>
          <p:nvPr/>
        </p:nvSpPr>
        <p:spPr>
          <a:xfrm xmlns:a="http://schemas.openxmlformats.org/drawingml/2006/main">
            <a:off x="10382250" y="3857625"/>
            <a:ext cx="4238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859ED"/>
                </a:solidFill>
                <a:latin typeface="Malgun Gothic"/>
                <a:ea typeface="Malgun Gothic"/>
                <a:cs typeface="Malgun Gothic"/>
              </a:defRPr>
            </a:defPPr>
          </a:lstStyle>
          <a:p xmlns:a="http://schemas.openxmlformats.org/drawingml/2006/main">
            <a:pPr>
              <a:defRPr sz="2250" b="1">
                <a:solidFill>
                  <a:srgbClr val="3859ED"/>
                </a:solidFill>
                <a:latin typeface="Malgun Gothic"/>
                <a:ea typeface="Malgun Gothic"/>
                <a:cs typeface="Malgun Gothic"/>
              </a:defRPr>
            </a:pPr>
            <a:r>
              <a:rPr sz="2250" b="1">
                <a:solidFill>
                  <a:srgbClr val="3859ED"/>
                </a:solidFill>
                <a:latin typeface="Malgun Gothic"/>
                <a:ea typeface="Malgun Gothic"/>
                <a:cs typeface="Malgun Gothic"/>
              </a:rPr>
              <a:t>화면·파일 공유</a:t>
            </a:r>
          </a:p>
        </p:txBody>
      </p:sp>
      <p:sp>
        <p:nvSpPr>
          <p:cNvPr id="8" name="">
            <a:extLst xmlns:a="http://schemas.openxmlformats.org/drawingml/2006/main">
              <a:ext uri="{FF2B5EF4-FFF2-40B4-BE49-F238E27FC236}">
                <a16:creationId xmlns:a16="http://schemas.microsoft.com/office/drawing/2014/main" id="{F642B53C-6547-4CFA-9503-8891BDBB53DB}"/>
              </a:ext>
            </a:extLst>
          </p:cNvPr>
          <p:cNvSpPr>
            <a:spLocks xmlns:a="http://schemas.openxmlformats.org/drawingml/2006/main" noGrp="1"/>
          </p:cNvSpPr>
          <p:nvPr/>
        </p:nvSpPr>
        <p:spPr>
          <a:xfrm xmlns:a="http://schemas.openxmlformats.org/drawingml/2006/main">
            <a:off x="10382250" y="4352925"/>
            <a:ext cx="4238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02C3D"/>
                </a:solidFill>
                <a:latin typeface="Malgun Gothic"/>
                <a:ea typeface="Malgun Gothic"/>
                <a:cs typeface="Malgun Gothic"/>
              </a:defRPr>
            </a:defPPr>
          </a:lstStyle>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발표자가 공유 버튼을 눌러</a:t>
            </a:r>
          </a:p>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열린 문서 창·탭·화면을 선택합니다.</a:t>
            </a:r>
          </a:p>
        </p:txBody>
      </p:sp>
      <p:sp>
        <p:nvSpPr>
          <p:cNvPr id="9" name="">
            <a:extLst xmlns:a="http://schemas.openxmlformats.org/drawingml/2006/main">
              <a:ext uri="{FF2B5EF4-FFF2-40B4-BE49-F238E27FC236}">
                <a16:creationId xmlns:a16="http://schemas.microsoft.com/office/drawing/2014/main" id="{C6E51469-2582-4CA4-A77A-47BEB34326F9}"/>
              </a:ext>
            </a:extLst>
          </p:cNvPr>
          <p:cNvSpPr>
            <a:spLocks xmlns:a="http://schemas.openxmlformats.org/drawingml/2006/main" noGrp="1"/>
          </p:cNvSpPr>
          <p:nvPr/>
        </p:nvSpPr>
        <p:spPr>
          <a:xfrm xmlns:a="http://schemas.openxmlformats.org/drawingml/2006/main">
            <a:off x="10382250" y="5476875"/>
            <a:ext cx="4238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859ED"/>
                </a:solidFill>
                <a:latin typeface="Malgun Gothic"/>
                <a:ea typeface="Malgun Gothic"/>
                <a:cs typeface="Malgun Gothic"/>
              </a:defRPr>
            </a:defPPr>
          </a:lstStyle>
          <a:p xmlns:a="http://schemas.openxmlformats.org/drawingml/2006/main">
            <a:pPr>
              <a:defRPr sz="2250" b="1">
                <a:solidFill>
                  <a:srgbClr val="3859ED"/>
                </a:solidFill>
                <a:latin typeface="Malgun Gothic"/>
                <a:ea typeface="Malgun Gothic"/>
                <a:cs typeface="Malgun Gothic"/>
              </a:defRPr>
            </a:pPr>
            <a:r>
              <a:rPr sz="2250" b="1">
                <a:solidFill>
                  <a:srgbClr val="3859ED"/>
                </a:solidFill>
                <a:latin typeface="Malgun Gothic"/>
                <a:ea typeface="Malgun Gothic"/>
                <a:cs typeface="Malgun Gothic"/>
              </a:rPr>
              <a:t>전체 화면</a:t>
            </a:r>
          </a:p>
        </p:txBody>
      </p:sp>
      <p:sp>
        <p:nvSpPr>
          <p:cNvPr id="10" name="">
            <a:extLst xmlns:a="http://schemas.openxmlformats.org/drawingml/2006/main">
              <a:ext uri="{FF2B5EF4-FFF2-40B4-BE49-F238E27FC236}">
                <a16:creationId xmlns:a16="http://schemas.microsoft.com/office/drawing/2014/main" id="{CDA1BE87-E820-488E-8356-255B15003311}"/>
              </a:ext>
            </a:extLst>
          </p:cNvPr>
          <p:cNvSpPr>
            <a:spLocks xmlns:a="http://schemas.openxmlformats.org/drawingml/2006/main" noGrp="1"/>
          </p:cNvSpPr>
          <p:nvPr/>
        </p:nvSpPr>
        <p:spPr>
          <a:xfrm xmlns:a="http://schemas.openxmlformats.org/drawingml/2006/main">
            <a:off x="10382250" y="5972175"/>
            <a:ext cx="4238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02C3D"/>
                </a:solidFill>
                <a:latin typeface="Malgun Gothic"/>
                <a:ea typeface="Malgun Gothic"/>
                <a:cs typeface="Malgun Gothic"/>
              </a:defRPr>
            </a:defPPr>
          </a:lstStyle>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회의 화면을 전체 화면으로</a:t>
            </a:r>
          </a:p>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확대할 수 있습니다.</a:t>
            </a:r>
          </a:p>
        </p:txBody>
      </p:sp>
      <p:sp>
        <p:nvSpPr>
          <p:cNvPr id="11" name="">
            <a:extLst xmlns:a="http://schemas.openxmlformats.org/drawingml/2006/main">
              <a:ext uri="{FF2B5EF4-FFF2-40B4-BE49-F238E27FC236}">
                <a16:creationId xmlns:a16="http://schemas.microsoft.com/office/drawing/2014/main" id="{6F17BD37-3674-4B4F-BDC1-7194DDF015E2}"/>
              </a:ext>
            </a:extLst>
          </p:cNvPr>
          <p:cNvSpPr>
            <a:spLocks xmlns:a="http://schemas.openxmlformats.org/drawingml/2006/main" noGrp="1"/>
          </p:cNvSpPr>
          <p:nvPr/>
        </p:nvSpPr>
        <p:spPr>
          <a:xfrm xmlns:a="http://schemas.openxmlformats.org/drawingml/2006/main">
            <a:off x="628650" y="7972425"/>
            <a:ext cx="1295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67489"/>
                </a:solidFill>
                <a:latin typeface="Malgun Gothic"/>
                <a:ea typeface="Malgun Gothic"/>
                <a:cs typeface="Malgun Gothic"/>
              </a:defRPr>
            </a:defPPr>
          </a:lstStyle>
          <a:p xmlns:a="http://schemas.openxmlformats.org/drawingml/2006/main">
            <a:pPr>
              <a:defRPr sz="1350" b="0">
                <a:solidFill>
                  <a:srgbClr val="667489"/>
                </a:solidFill>
                <a:latin typeface="Malgun Gothic"/>
                <a:ea typeface="Malgun Gothic"/>
                <a:cs typeface="Malgun Gothic"/>
              </a:defRPr>
            </a:pPr>
            <a:r>
              <a:rPr sz="1350" b="0">
                <a:solidFill>
                  <a:srgbClr val="667489"/>
                </a:solidFill>
                <a:latin typeface="Malgun Gothic"/>
                <a:ea typeface="Malgun Gothic"/>
                <a:cs typeface="Malgun Gothic"/>
              </a:rPr>
              <a:t>현재 파일 공유는 화면 공유 방식입니다. 파일 업로드·공동 편집·시스템 소리 공유는 제공하지 않습니다.</a:t>
            </a:r>
          </a:p>
        </p:txBody>
      </p:sp>
    </p:spTree>
    <p:extLst>
      <p:ext uri="{BB962C8B-B14F-4D97-AF65-F5344CB8AC3E}">
        <p14:creationId xmlns:p14="http://schemas.microsoft.com/office/powerpoint/2010/main" val="614065343"/>
      </p:ext>
    </p:extLst>
  </p:cSld>
</p:sld>
</file>

<file path=ppt/slides/slide1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D03E85B-BFFD-4454-B124-487170B037FF}"/>
              </a:ext>
            </a:extLst>
          </p:cNvPr>
          <p:cNvSpPr>
            <a:spLocks xmlns:a="http://schemas.openxmlformats.org/drawingml/2006/main" noGrp="1"/>
          </p:cNvSpPr>
          <p:nvPr/>
        </p:nvSpPr>
        <p:spPr>
          <a:xfrm xmlns:a="http://schemas.openxmlformats.org/drawingml/2006/main">
            <a:off x="609600" y="419100"/>
            <a:ext cx="1381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02C3D"/>
                </a:solidFill>
                <a:latin typeface="Malgun Gothic"/>
                <a:ea typeface="Malgun Gothic"/>
                <a:cs typeface="Malgun Gothic"/>
              </a:defRPr>
            </a:defPPr>
          </a:lstStyle>
          <a:p xmlns:a="http://schemas.openxmlformats.org/drawingml/2006/main">
            <a:pPr>
              <a:defRPr sz="3300" b="1">
                <a:solidFill>
                  <a:srgbClr val="202C3D"/>
                </a:solidFill>
                <a:latin typeface="Malgun Gothic"/>
                <a:ea typeface="Malgun Gothic"/>
                <a:cs typeface="Malgun Gothic"/>
              </a:defRPr>
            </a:pPr>
            <a:r>
              <a:rPr sz="3300" b="1">
                <a:solidFill>
                  <a:srgbClr val="202C3D"/>
                </a:solidFill>
                <a:latin typeface="Malgun Gothic"/>
                <a:ea typeface="Malgun Gothic"/>
                <a:cs typeface="Malgun Gothic"/>
              </a:rPr>
              <a:t>함께 보는 화이트보드</a:t>
            </a:r>
          </a:p>
        </p:txBody>
      </p:sp>
      <p:sp>
        <p:nvSpPr>
          <p:cNvPr id="2" name="">
            <a:extLst xmlns:a="http://schemas.openxmlformats.org/drawingml/2006/main">
              <a:ext uri="{FF2B5EF4-FFF2-40B4-BE49-F238E27FC236}">
                <a16:creationId xmlns:a16="http://schemas.microsoft.com/office/drawing/2014/main" id="{BF7F5CE3-801D-4AAD-8F38-0C747BA9E4A1}"/>
              </a:ext>
            </a:extLst>
          </p:cNvPr>
          <p:cNvSpPr>
            <a:spLocks xmlns:a="http://schemas.openxmlformats.org/drawingml/2006/main" noGrp="1"/>
          </p:cNvSpPr>
          <p:nvPr/>
        </p:nvSpPr>
        <p:spPr>
          <a:xfrm xmlns:a="http://schemas.openxmlformats.org/drawingml/2006/main">
            <a:off x="628650" y="1123950"/>
            <a:ext cx="1381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667489"/>
                </a:solidFill>
                <a:latin typeface="Malgun Gothic"/>
                <a:ea typeface="Malgun Gothic"/>
                <a:cs typeface="Malgun Gothic"/>
              </a:defRPr>
            </a:defPPr>
          </a:lstStyle>
          <a:p xmlns:a="http://schemas.openxmlformats.org/drawingml/2006/main">
            <a:pPr>
              <a:defRPr sz="1800" b="0">
                <a:solidFill>
                  <a:srgbClr val="667489"/>
                </a:solidFill>
                <a:latin typeface="Malgun Gothic"/>
                <a:ea typeface="Malgun Gothic"/>
                <a:cs typeface="Malgun Gothic"/>
              </a:defRPr>
            </a:pPr>
            <a:r>
              <a:rPr sz="1800" b="0">
                <a:solidFill>
                  <a:srgbClr val="667489"/>
                </a:solidFill>
                <a:latin typeface="Malgun Gothic"/>
                <a:ea typeface="Malgun Gothic"/>
                <a:cs typeface="Malgun Gothic"/>
              </a:rPr>
              <a:t>발표자가 그리는 내용을 참석자에게 실시간으로 전달합니다</a:t>
            </a:r>
          </a:p>
        </p:txBody>
      </p:sp>
      <p:sp>
        <p:nvSpPr>
          <p:cNvPr id="3" name="">
            <a:extLst xmlns:a="http://schemas.openxmlformats.org/drawingml/2006/main">
              <a:ext uri="{FF2B5EF4-FFF2-40B4-BE49-F238E27FC236}">
                <a16:creationId xmlns:a16="http://schemas.microsoft.com/office/drawing/2014/main" id="{2BE47EDA-80F6-4290-9A0A-D0095A671BF2}"/>
              </a:ext>
            </a:extLst>
          </p:cNvPr>
          <p:cNvSpPr>
            <a:spLocks xmlns:a="http://schemas.openxmlformats.org/drawingml/2006/main" noGrp="1"/>
          </p:cNvSpPr>
          <p:nvPr/>
        </p:nvSpPr>
        <p:spPr>
          <a:xfrm xmlns:a="http://schemas.openxmlformats.org/drawingml/2006/main">
            <a:off x="14001750" y="80581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67489"/>
                </a:solidFill>
                <a:latin typeface="Malgun Gothic"/>
                <a:ea typeface="Malgun Gothic"/>
                <a:cs typeface="Malgun Gothic"/>
              </a:defRPr>
            </a:defPPr>
          </a:lstStyle>
          <a:p xmlns:a="http://schemas.openxmlformats.org/drawingml/2006/main">
            <a:pPr>
              <a:defRPr sz="1350" b="0">
                <a:solidFill>
                  <a:srgbClr val="667489"/>
                </a:solidFill>
                <a:latin typeface="Malgun Gothic"/>
                <a:ea typeface="Malgun Gothic"/>
                <a:cs typeface="Malgun Gothic"/>
              </a:defRPr>
            </a:pPr>
            <a:r>
              <a:rPr sz="1350" b="0">
                <a:solidFill>
                  <a:srgbClr val="667489"/>
                </a:solidFill>
                <a:latin typeface="Malgun Gothic"/>
                <a:ea typeface="Malgun Gothic"/>
                <a:cs typeface="Malgun Gothic"/>
              </a:rPr>
              <a:t>11</a:t>
            </a:r>
          </a:p>
        </p:txBody>
      </p:sp>
      <p:pic>
        <p:nvPicPr>
          <p:cNvPr id="4" name="">
            <a:extLst xmlns:a="http://schemas.openxmlformats.org/drawingml/2006/main">
              <a:ext uri="{FF2B5EF4-FFF2-40B4-BE49-F238E27FC236}">
                <a16:creationId xmlns:a16="http://schemas.microsoft.com/office/drawing/2014/main" id="{E0BF3A6C-1F02-4CC0-BD11-962A6F7DD4F0}"/>
              </a:ext>
            </a:extLst>
          </p:cNvPr>
          <p:cNvPicPr>
            <a:picLocks xmlns:a="http://schemas.openxmlformats.org/drawingml/2006/main" noChangeAspect="1"/>
          </p:cNvPicPr>
          <p:nvPr/>
        </p:nvPicPr>
        <p:blipFill>
          <a:blip xmlns:r="http://schemas.openxmlformats.org/officeDocument/2006/relationships" xmlns:a="http://schemas.openxmlformats.org/drawingml/2006/main" r:embed="Re97a6d9da00146ae"/>
          <a:stretch xmlns:a="http://schemas.openxmlformats.org/drawingml/2006/main"/>
        </p:blipFill>
        <p:spPr>
          <a:xfrm xmlns:a="http://schemas.openxmlformats.org/drawingml/2006/main">
            <a:off x="2083918" y="1952625"/>
            <a:ext cx="6500164" cy="5476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53776CB-F48C-498E-8FFB-1EA580811423}"/>
              </a:ext>
            </a:extLst>
          </p:cNvPr>
          <p:cNvSpPr>
            <a:spLocks xmlns:a="http://schemas.openxmlformats.org/drawingml/2006/main" noGrp="1"/>
          </p:cNvSpPr>
          <p:nvPr/>
        </p:nvSpPr>
        <p:spPr>
          <a:xfrm xmlns:a="http://schemas.openxmlformats.org/drawingml/2006/main">
            <a:off x="10477500" y="2238375"/>
            <a:ext cx="419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859ED"/>
                </a:solidFill>
                <a:latin typeface="Malgun Gothic"/>
                <a:ea typeface="Malgun Gothic"/>
                <a:cs typeface="Malgun Gothic"/>
              </a:defRPr>
            </a:defPPr>
          </a:lstStyle>
          <a:p xmlns:a="http://schemas.openxmlformats.org/drawingml/2006/main">
            <a:pPr>
              <a:defRPr sz="2250" b="1">
                <a:solidFill>
                  <a:srgbClr val="3859ED"/>
                </a:solidFill>
                <a:latin typeface="Malgun Gothic"/>
                <a:ea typeface="Malgun Gothic"/>
                <a:cs typeface="Malgun Gothic"/>
              </a:defRPr>
            </a:pPr>
            <a:r>
              <a:rPr sz="2250" b="1">
                <a:solidFill>
                  <a:srgbClr val="3859ED"/>
                </a:solidFill>
                <a:latin typeface="Malgun Gothic"/>
                <a:ea typeface="Malgun Gothic"/>
                <a:cs typeface="Malgun Gothic"/>
              </a:rPr>
              <a:t>발표자의 그리기</a:t>
            </a:r>
          </a:p>
        </p:txBody>
      </p:sp>
      <p:sp>
        <p:nvSpPr>
          <p:cNvPr id="6" name="">
            <a:extLst xmlns:a="http://schemas.openxmlformats.org/drawingml/2006/main">
              <a:ext uri="{FF2B5EF4-FFF2-40B4-BE49-F238E27FC236}">
                <a16:creationId xmlns:a16="http://schemas.microsoft.com/office/drawing/2014/main" id="{654EF9AF-A17A-4DE7-8784-1D95E148198A}"/>
              </a:ext>
            </a:extLst>
          </p:cNvPr>
          <p:cNvSpPr>
            <a:spLocks xmlns:a="http://schemas.openxmlformats.org/drawingml/2006/main" noGrp="1"/>
          </p:cNvSpPr>
          <p:nvPr/>
        </p:nvSpPr>
        <p:spPr>
          <a:xfrm xmlns:a="http://schemas.openxmlformats.org/drawingml/2006/main">
            <a:off x="10477500" y="2733675"/>
            <a:ext cx="4191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02C3D"/>
                </a:solidFill>
                <a:latin typeface="Malgun Gothic"/>
                <a:ea typeface="Malgun Gothic"/>
                <a:cs typeface="Malgun Gothic"/>
              </a:defRPr>
            </a:defPPr>
          </a:lstStyle>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마우스나 손가락으로 그립니다.</a:t>
            </a:r>
          </a:p>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색과 펜 두께를 선택할 수 있습니다.</a:t>
            </a:r>
          </a:p>
        </p:txBody>
      </p:sp>
      <p:sp>
        <p:nvSpPr>
          <p:cNvPr id="7" name="">
            <a:extLst xmlns:a="http://schemas.openxmlformats.org/drawingml/2006/main">
              <a:ext uri="{FF2B5EF4-FFF2-40B4-BE49-F238E27FC236}">
                <a16:creationId xmlns:a16="http://schemas.microsoft.com/office/drawing/2014/main" id="{8E7D45F0-89DE-43FE-9669-C9E0112F9907}"/>
              </a:ext>
            </a:extLst>
          </p:cNvPr>
          <p:cNvSpPr>
            <a:spLocks xmlns:a="http://schemas.openxmlformats.org/drawingml/2006/main" noGrp="1"/>
          </p:cNvSpPr>
          <p:nvPr/>
        </p:nvSpPr>
        <p:spPr>
          <a:xfrm xmlns:a="http://schemas.openxmlformats.org/drawingml/2006/main">
            <a:off x="10477500" y="3857625"/>
            <a:ext cx="419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859ED"/>
                </a:solidFill>
                <a:latin typeface="Malgun Gothic"/>
                <a:ea typeface="Malgun Gothic"/>
                <a:cs typeface="Malgun Gothic"/>
              </a:defRPr>
            </a:defPPr>
          </a:lstStyle>
          <a:p xmlns:a="http://schemas.openxmlformats.org/drawingml/2006/main">
            <a:pPr>
              <a:defRPr sz="2250" b="1">
                <a:solidFill>
                  <a:srgbClr val="3859ED"/>
                </a:solidFill>
                <a:latin typeface="Malgun Gothic"/>
                <a:ea typeface="Malgun Gothic"/>
                <a:cs typeface="Malgun Gothic"/>
              </a:defRPr>
            </a:pPr>
            <a:r>
              <a:rPr sz="2250" b="1">
                <a:solidFill>
                  <a:srgbClr val="3859ED"/>
                </a:solidFill>
                <a:latin typeface="Malgun Gothic"/>
                <a:ea typeface="Malgun Gothic"/>
                <a:cs typeface="Malgun Gothic"/>
              </a:rPr>
              <a:t>동일한 보드 보기</a:t>
            </a:r>
          </a:p>
        </p:txBody>
      </p:sp>
      <p:sp>
        <p:nvSpPr>
          <p:cNvPr id="8" name="">
            <a:extLst xmlns:a="http://schemas.openxmlformats.org/drawingml/2006/main">
              <a:ext uri="{FF2B5EF4-FFF2-40B4-BE49-F238E27FC236}">
                <a16:creationId xmlns:a16="http://schemas.microsoft.com/office/drawing/2014/main" id="{BF71098E-63B4-475E-8A1B-5A3C39D7CA88}"/>
              </a:ext>
            </a:extLst>
          </p:cNvPr>
          <p:cNvSpPr>
            <a:spLocks xmlns:a="http://schemas.openxmlformats.org/drawingml/2006/main" noGrp="1"/>
          </p:cNvSpPr>
          <p:nvPr/>
        </p:nvSpPr>
        <p:spPr>
          <a:xfrm xmlns:a="http://schemas.openxmlformats.org/drawingml/2006/main">
            <a:off x="10477500" y="4352925"/>
            <a:ext cx="4191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02C3D"/>
                </a:solidFill>
                <a:latin typeface="Malgun Gothic"/>
                <a:ea typeface="Malgun Gothic"/>
                <a:cs typeface="Malgun Gothic"/>
              </a:defRPr>
            </a:defPPr>
          </a:lstStyle>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늦게 입장한 사람도</a:t>
            </a:r>
          </a:p>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현재 그림을 볼 수 있습니다.</a:t>
            </a:r>
          </a:p>
        </p:txBody>
      </p:sp>
      <p:sp>
        <p:nvSpPr>
          <p:cNvPr id="9" name="">
            <a:extLst xmlns:a="http://schemas.openxmlformats.org/drawingml/2006/main">
              <a:ext uri="{FF2B5EF4-FFF2-40B4-BE49-F238E27FC236}">
                <a16:creationId xmlns:a16="http://schemas.microsoft.com/office/drawing/2014/main" id="{BD64BF7E-8D77-4EAF-95D7-8B31C783036C}"/>
              </a:ext>
            </a:extLst>
          </p:cNvPr>
          <p:cNvSpPr>
            <a:spLocks xmlns:a="http://schemas.openxmlformats.org/drawingml/2006/main" noGrp="1"/>
          </p:cNvSpPr>
          <p:nvPr/>
        </p:nvSpPr>
        <p:spPr>
          <a:xfrm xmlns:a="http://schemas.openxmlformats.org/drawingml/2006/main">
            <a:off x="10477500" y="5476875"/>
            <a:ext cx="419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859ED"/>
                </a:solidFill>
                <a:latin typeface="Malgun Gothic"/>
                <a:ea typeface="Malgun Gothic"/>
                <a:cs typeface="Malgun Gothic"/>
              </a:defRPr>
            </a:defPPr>
          </a:lstStyle>
          <a:p xmlns:a="http://schemas.openxmlformats.org/drawingml/2006/main">
            <a:pPr>
              <a:defRPr sz="2250" b="1">
                <a:solidFill>
                  <a:srgbClr val="3859ED"/>
                </a:solidFill>
                <a:latin typeface="Malgun Gothic"/>
                <a:ea typeface="Malgun Gothic"/>
                <a:cs typeface="Malgun Gothic"/>
              </a:defRPr>
            </a:pPr>
            <a:r>
              <a:rPr sz="2250" b="1">
                <a:solidFill>
                  <a:srgbClr val="3859ED"/>
                </a:solidFill>
                <a:latin typeface="Malgun Gothic"/>
                <a:ea typeface="Malgun Gothic"/>
                <a:cs typeface="Malgun Gothic"/>
              </a:rPr>
              <a:t>화면 전환</a:t>
            </a:r>
          </a:p>
        </p:txBody>
      </p:sp>
      <p:sp>
        <p:nvSpPr>
          <p:cNvPr id="10" name="">
            <a:extLst xmlns:a="http://schemas.openxmlformats.org/drawingml/2006/main">
              <a:ext uri="{FF2B5EF4-FFF2-40B4-BE49-F238E27FC236}">
                <a16:creationId xmlns:a16="http://schemas.microsoft.com/office/drawing/2014/main" id="{A8C04126-FB5A-4E11-A03A-E485E98A1DD8}"/>
              </a:ext>
            </a:extLst>
          </p:cNvPr>
          <p:cNvSpPr>
            <a:spLocks xmlns:a="http://schemas.openxmlformats.org/drawingml/2006/main" noGrp="1"/>
          </p:cNvSpPr>
          <p:nvPr/>
        </p:nvSpPr>
        <p:spPr>
          <a:xfrm xmlns:a="http://schemas.openxmlformats.org/drawingml/2006/main">
            <a:off x="10477500" y="5972175"/>
            <a:ext cx="4191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02C3D"/>
                </a:solidFill>
                <a:latin typeface="Malgun Gothic"/>
                <a:ea typeface="Malgun Gothic"/>
                <a:cs typeface="Malgun Gothic"/>
              </a:defRPr>
            </a:defPPr>
          </a:lstStyle>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각자 화이트보드 탭을 선택합니다.</a:t>
            </a:r>
          </a:p>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발표자는 전체 지우기를 할 수 있습니다.</a:t>
            </a:r>
          </a:p>
        </p:txBody>
      </p:sp>
      <p:sp>
        <p:nvSpPr>
          <p:cNvPr id="11" name="">
            <a:extLst xmlns:a="http://schemas.openxmlformats.org/drawingml/2006/main">
              <a:ext uri="{FF2B5EF4-FFF2-40B4-BE49-F238E27FC236}">
                <a16:creationId xmlns:a16="http://schemas.microsoft.com/office/drawing/2014/main" id="{A67FF2BA-23F9-496D-922D-AF98AD17E611}"/>
              </a:ext>
            </a:extLst>
          </p:cNvPr>
          <p:cNvSpPr>
            <a:spLocks xmlns:a="http://schemas.openxmlformats.org/drawingml/2006/main" noGrp="1"/>
          </p:cNvSpPr>
          <p:nvPr/>
        </p:nvSpPr>
        <p:spPr>
          <a:xfrm xmlns:a="http://schemas.openxmlformats.org/drawingml/2006/main">
            <a:off x="628650" y="7972425"/>
            <a:ext cx="1295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67489"/>
                </a:solidFill>
                <a:latin typeface="Malgun Gothic"/>
                <a:ea typeface="Malgun Gothic"/>
                <a:cs typeface="Malgun Gothic"/>
              </a:defRPr>
            </a:defPPr>
          </a:lstStyle>
          <a:p xmlns:a="http://schemas.openxmlformats.org/drawingml/2006/main">
            <a:pPr>
              <a:defRPr sz="1350" b="0">
                <a:solidFill>
                  <a:srgbClr val="667489"/>
                </a:solidFill>
                <a:latin typeface="Malgun Gothic"/>
                <a:ea typeface="Malgun Gothic"/>
                <a:cs typeface="Malgun Gothic"/>
              </a:defRPr>
            </a:pPr>
            <a:r>
              <a:rPr sz="1350" b="0">
                <a:solidFill>
                  <a:srgbClr val="667489"/>
                </a:solidFill>
                <a:latin typeface="Malgun Gothic"/>
                <a:ea typeface="Malgun Gothic"/>
                <a:cs typeface="Malgun Gothic"/>
              </a:rPr>
              <a:t>현재 보드의 저장·실행 취소 기능은 없습니다. 서버가 재시작되면 보드가 사라집니다.</a:t>
            </a:r>
          </a:p>
        </p:txBody>
      </p:sp>
    </p:spTree>
    <p:extLst>
      <p:ext uri="{BB962C8B-B14F-4D97-AF65-F5344CB8AC3E}">
        <p14:creationId xmlns:p14="http://schemas.microsoft.com/office/powerpoint/2010/main" val="919406470"/>
      </p:ext>
    </p:extLst>
  </p:cSld>
</p:sld>
</file>

<file path=ppt/slides/slide1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59097AA-25C2-4E1A-92EC-FEE95F0C3951}"/>
              </a:ext>
            </a:extLst>
          </p:cNvPr>
          <p:cNvSpPr>
            <a:spLocks xmlns:a="http://schemas.openxmlformats.org/drawingml/2006/main" noGrp="1"/>
          </p:cNvSpPr>
          <p:nvPr/>
        </p:nvSpPr>
        <p:spPr>
          <a:xfrm xmlns:a="http://schemas.openxmlformats.org/drawingml/2006/main">
            <a:off x="609600" y="419100"/>
            <a:ext cx="1381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02C3D"/>
                </a:solidFill>
                <a:latin typeface="Malgun Gothic"/>
                <a:ea typeface="Malgun Gothic"/>
                <a:cs typeface="Malgun Gothic"/>
              </a:defRPr>
            </a:defPPr>
          </a:lstStyle>
          <a:p xmlns:a="http://schemas.openxmlformats.org/drawingml/2006/main">
            <a:pPr>
              <a:defRPr sz="3300" b="1">
                <a:solidFill>
                  <a:srgbClr val="202C3D"/>
                </a:solidFill>
                <a:latin typeface="Malgun Gothic"/>
                <a:ea typeface="Malgun Gothic"/>
                <a:cs typeface="Malgun Gothic"/>
              </a:defRPr>
            </a:pPr>
            <a:r>
              <a:rPr sz="3300" b="1">
                <a:solidFill>
                  <a:srgbClr val="202C3D"/>
                </a:solidFill>
                <a:latin typeface="Malgun Gothic"/>
                <a:ea typeface="Malgun Gothic"/>
                <a:cs typeface="Malgun Gothic"/>
              </a:rPr>
              <a:t>자동 회의록과 방장 기록</a:t>
            </a:r>
          </a:p>
        </p:txBody>
      </p:sp>
      <p:sp>
        <p:nvSpPr>
          <p:cNvPr id="2" name="">
            <a:extLst xmlns:a="http://schemas.openxmlformats.org/drawingml/2006/main">
              <a:ext uri="{FF2B5EF4-FFF2-40B4-BE49-F238E27FC236}">
                <a16:creationId xmlns:a16="http://schemas.microsoft.com/office/drawing/2014/main" id="{88D17C48-8A46-4271-86CD-3DD03EEBFC7F}"/>
              </a:ext>
            </a:extLst>
          </p:cNvPr>
          <p:cNvSpPr>
            <a:spLocks xmlns:a="http://schemas.openxmlformats.org/drawingml/2006/main" noGrp="1"/>
          </p:cNvSpPr>
          <p:nvPr/>
        </p:nvSpPr>
        <p:spPr>
          <a:xfrm xmlns:a="http://schemas.openxmlformats.org/drawingml/2006/main">
            <a:off x="628650" y="1123950"/>
            <a:ext cx="1381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667489"/>
                </a:solidFill>
                <a:latin typeface="Malgun Gothic"/>
                <a:ea typeface="Malgun Gothic"/>
                <a:cs typeface="Malgun Gothic"/>
              </a:defRPr>
            </a:defPPr>
          </a:lstStyle>
          <a:p xmlns:a="http://schemas.openxmlformats.org/drawingml/2006/main">
            <a:pPr>
              <a:defRPr sz="1800" b="0">
                <a:solidFill>
                  <a:srgbClr val="667489"/>
                </a:solidFill>
                <a:latin typeface="Malgun Gothic"/>
                <a:ea typeface="Malgun Gothic"/>
                <a:cs typeface="Malgun Gothic"/>
              </a:defRPr>
            </a:pPr>
            <a:r>
              <a:rPr sz="1800" b="0">
                <a:solidFill>
                  <a:srgbClr val="667489"/>
                </a:solidFill>
                <a:latin typeface="Malgun Gothic"/>
                <a:ea typeface="Malgun Gothic"/>
                <a:cs typeface="Malgun Gothic"/>
              </a:rPr>
              <a:t>음성 전사와 확인된 결정을 구분해 관리합니다</a:t>
            </a:r>
          </a:p>
        </p:txBody>
      </p:sp>
      <p:sp>
        <p:nvSpPr>
          <p:cNvPr id="3" name="">
            <a:extLst xmlns:a="http://schemas.openxmlformats.org/drawingml/2006/main">
              <a:ext uri="{FF2B5EF4-FFF2-40B4-BE49-F238E27FC236}">
                <a16:creationId xmlns:a16="http://schemas.microsoft.com/office/drawing/2014/main" id="{9842A4B8-4AEC-4B0C-B3D0-72CC6040FDB2}"/>
              </a:ext>
            </a:extLst>
          </p:cNvPr>
          <p:cNvSpPr>
            <a:spLocks xmlns:a="http://schemas.openxmlformats.org/drawingml/2006/main" noGrp="1"/>
          </p:cNvSpPr>
          <p:nvPr/>
        </p:nvSpPr>
        <p:spPr>
          <a:xfrm xmlns:a="http://schemas.openxmlformats.org/drawingml/2006/main">
            <a:off x="14001750" y="80581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67489"/>
                </a:solidFill>
                <a:latin typeface="Malgun Gothic"/>
                <a:ea typeface="Malgun Gothic"/>
                <a:cs typeface="Malgun Gothic"/>
              </a:defRPr>
            </a:defPPr>
          </a:lstStyle>
          <a:p xmlns:a="http://schemas.openxmlformats.org/drawingml/2006/main">
            <a:pPr>
              <a:defRPr sz="1350" b="0">
                <a:solidFill>
                  <a:srgbClr val="667489"/>
                </a:solidFill>
                <a:latin typeface="Malgun Gothic"/>
                <a:ea typeface="Malgun Gothic"/>
                <a:cs typeface="Malgun Gothic"/>
              </a:defRPr>
            </a:pPr>
            <a:r>
              <a:rPr sz="1350" b="0">
                <a:solidFill>
                  <a:srgbClr val="667489"/>
                </a:solidFill>
                <a:latin typeface="Malgun Gothic"/>
                <a:ea typeface="Malgun Gothic"/>
                <a:cs typeface="Malgun Gothic"/>
              </a:rPr>
              <a:t>12</a:t>
            </a:r>
          </a:p>
        </p:txBody>
      </p:sp>
      <p:pic>
        <p:nvPicPr>
          <p:cNvPr id="4" name="">
            <a:extLst xmlns:a="http://schemas.openxmlformats.org/drawingml/2006/main">
              <a:ext uri="{FF2B5EF4-FFF2-40B4-BE49-F238E27FC236}">
                <a16:creationId xmlns:a16="http://schemas.microsoft.com/office/drawing/2014/main" id="{BF81F7B8-870F-45D5-9C3E-16F719BC923B}"/>
              </a:ext>
            </a:extLst>
          </p:cNvPr>
          <p:cNvPicPr>
            <a:picLocks xmlns:a="http://schemas.openxmlformats.org/drawingml/2006/main" noChangeAspect="1"/>
          </p:cNvPicPr>
          <p:nvPr/>
        </p:nvPicPr>
        <p:blipFill>
          <a:blip xmlns:r="http://schemas.openxmlformats.org/officeDocument/2006/relationships" xmlns:a="http://schemas.openxmlformats.org/drawingml/2006/main" r:embed="R25d744d05757410d"/>
          <a:stretch xmlns:a="http://schemas.openxmlformats.org/drawingml/2006/main"/>
        </p:blipFill>
        <p:spPr>
          <a:xfrm xmlns:a="http://schemas.openxmlformats.org/drawingml/2006/main">
            <a:off x="2152548" y="1714500"/>
            <a:ext cx="2743403" cy="5953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C8552D4-7372-4FEB-97A2-27358A7F740F}"/>
              </a:ext>
            </a:extLst>
          </p:cNvPr>
          <p:cNvSpPr>
            <a:spLocks xmlns:a="http://schemas.openxmlformats.org/drawingml/2006/main" noGrp="1"/>
          </p:cNvSpPr>
          <p:nvPr/>
        </p:nvSpPr>
        <p:spPr>
          <a:xfrm xmlns:a="http://schemas.openxmlformats.org/drawingml/2006/main">
            <a:off x="7239000" y="2095500"/>
            <a:ext cx="733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859ED"/>
                </a:solidFill>
                <a:latin typeface="Malgun Gothic"/>
                <a:ea typeface="Malgun Gothic"/>
                <a:cs typeface="Malgun Gothic"/>
              </a:defRPr>
            </a:defPPr>
          </a:lstStyle>
          <a:p xmlns:a="http://schemas.openxmlformats.org/drawingml/2006/main">
            <a:pPr>
              <a:defRPr sz="2250" b="1">
                <a:solidFill>
                  <a:srgbClr val="3859ED"/>
                </a:solidFill>
                <a:latin typeface="Malgun Gothic"/>
                <a:ea typeface="Malgun Gothic"/>
                <a:cs typeface="Malgun Gothic"/>
              </a:defRPr>
            </a:pPr>
            <a:r>
              <a:rPr sz="2250" b="1">
                <a:solidFill>
                  <a:srgbClr val="3859ED"/>
                </a:solidFill>
                <a:latin typeface="Malgun Gothic"/>
                <a:ea typeface="Malgun Gothic"/>
                <a:cs typeface="Malgun Gothic"/>
              </a:rPr>
              <a:t>자동 음성 전사</a:t>
            </a:r>
          </a:p>
        </p:txBody>
      </p:sp>
      <p:sp>
        <p:nvSpPr>
          <p:cNvPr id="6" name="">
            <a:extLst xmlns:a="http://schemas.openxmlformats.org/drawingml/2006/main">
              <a:ext uri="{FF2B5EF4-FFF2-40B4-BE49-F238E27FC236}">
                <a16:creationId xmlns:a16="http://schemas.microsoft.com/office/drawing/2014/main" id="{28182E78-CD31-4FF2-8FB9-327DAA12F894}"/>
              </a:ext>
            </a:extLst>
          </p:cNvPr>
          <p:cNvSpPr>
            <a:spLocks xmlns:a="http://schemas.openxmlformats.org/drawingml/2006/main" noGrp="1"/>
          </p:cNvSpPr>
          <p:nvPr/>
        </p:nvSpPr>
        <p:spPr>
          <a:xfrm xmlns:a="http://schemas.openxmlformats.org/drawingml/2006/main">
            <a:off x="7239000" y="2590800"/>
            <a:ext cx="7334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02C3D"/>
                </a:solidFill>
                <a:latin typeface="Malgun Gothic"/>
                <a:ea typeface="Malgun Gothic"/>
                <a:cs typeface="Malgun Gothic"/>
              </a:defRPr>
            </a:defPPr>
          </a:lstStyle>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한국어 발언을 발언자·시간과 함께</a:t>
            </a:r>
          </a:p>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기록합니다. 인식 내용은 검토가 필요합니다.</a:t>
            </a:r>
          </a:p>
        </p:txBody>
      </p:sp>
      <p:sp>
        <p:nvSpPr>
          <p:cNvPr id="7" name="">
            <a:extLst xmlns:a="http://schemas.openxmlformats.org/drawingml/2006/main">
              <a:ext uri="{FF2B5EF4-FFF2-40B4-BE49-F238E27FC236}">
                <a16:creationId xmlns:a16="http://schemas.microsoft.com/office/drawing/2014/main" id="{D5B5804C-B780-4CB9-950F-2B6244C65D08}"/>
              </a:ext>
            </a:extLst>
          </p:cNvPr>
          <p:cNvSpPr>
            <a:spLocks xmlns:a="http://schemas.openxmlformats.org/drawingml/2006/main" noGrp="1"/>
          </p:cNvSpPr>
          <p:nvPr/>
        </p:nvSpPr>
        <p:spPr>
          <a:xfrm xmlns:a="http://schemas.openxmlformats.org/drawingml/2006/main">
            <a:off x="7239000" y="3810000"/>
            <a:ext cx="733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859ED"/>
                </a:solidFill>
                <a:latin typeface="Malgun Gothic"/>
                <a:ea typeface="Malgun Gothic"/>
                <a:cs typeface="Malgun Gothic"/>
              </a:defRPr>
            </a:defPPr>
          </a:lstStyle>
          <a:p xmlns:a="http://schemas.openxmlformats.org/drawingml/2006/main">
            <a:pPr>
              <a:defRPr sz="2250" b="1">
                <a:solidFill>
                  <a:srgbClr val="3859ED"/>
                </a:solidFill>
                <a:latin typeface="Malgun Gothic"/>
                <a:ea typeface="Malgun Gothic"/>
                <a:cs typeface="Malgun Gothic"/>
              </a:defRPr>
            </a:pPr>
            <a:r>
              <a:rPr sz="2250" b="1">
                <a:solidFill>
                  <a:srgbClr val="3859ED"/>
                </a:solidFill>
                <a:latin typeface="Malgun Gothic"/>
                <a:ea typeface="Malgun Gothic"/>
                <a:cs typeface="Malgun Gothic"/>
              </a:rPr>
              <a:t>확정 기록 추가</a:t>
            </a:r>
          </a:p>
        </p:txBody>
      </p:sp>
      <p:sp>
        <p:nvSpPr>
          <p:cNvPr id="8" name="">
            <a:extLst xmlns:a="http://schemas.openxmlformats.org/drawingml/2006/main">
              <a:ext uri="{FF2B5EF4-FFF2-40B4-BE49-F238E27FC236}">
                <a16:creationId xmlns:a16="http://schemas.microsoft.com/office/drawing/2014/main" id="{5383BBCC-11E0-4257-8BAC-086E47EDDB7F}"/>
              </a:ext>
            </a:extLst>
          </p:cNvPr>
          <p:cNvSpPr>
            <a:spLocks xmlns:a="http://schemas.openxmlformats.org/drawingml/2006/main" noGrp="1"/>
          </p:cNvSpPr>
          <p:nvPr/>
        </p:nvSpPr>
        <p:spPr>
          <a:xfrm xmlns:a="http://schemas.openxmlformats.org/drawingml/2006/main">
            <a:off x="7239000" y="4305300"/>
            <a:ext cx="7334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02C3D"/>
                </a:solidFill>
                <a:latin typeface="Malgun Gothic"/>
                <a:ea typeface="Malgun Gothic"/>
                <a:cs typeface="Malgun Gothic"/>
              </a:defRPr>
            </a:defPPr>
          </a:lstStyle>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방장이 메모·확정 결정·실행 항목을</a:t>
            </a:r>
          </a:p>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직접 추가할 수 있습니다.</a:t>
            </a:r>
          </a:p>
        </p:txBody>
      </p:sp>
      <p:sp>
        <p:nvSpPr>
          <p:cNvPr id="9" name="">
            <a:extLst xmlns:a="http://schemas.openxmlformats.org/drawingml/2006/main">
              <a:ext uri="{FF2B5EF4-FFF2-40B4-BE49-F238E27FC236}">
                <a16:creationId xmlns:a16="http://schemas.microsoft.com/office/drawing/2014/main" id="{9D44C41D-158F-4B3B-93F4-63EEC6B16683}"/>
              </a:ext>
            </a:extLst>
          </p:cNvPr>
          <p:cNvSpPr>
            <a:spLocks xmlns:a="http://schemas.openxmlformats.org/drawingml/2006/main" noGrp="1"/>
          </p:cNvSpPr>
          <p:nvPr/>
        </p:nvSpPr>
        <p:spPr>
          <a:xfrm xmlns:a="http://schemas.openxmlformats.org/drawingml/2006/main">
            <a:off x="7239000" y="5524500"/>
            <a:ext cx="733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859ED"/>
                </a:solidFill>
                <a:latin typeface="Malgun Gothic"/>
                <a:ea typeface="Malgun Gothic"/>
                <a:cs typeface="Malgun Gothic"/>
              </a:defRPr>
            </a:defPPr>
          </a:lstStyle>
          <a:p xmlns:a="http://schemas.openxmlformats.org/drawingml/2006/main">
            <a:pPr>
              <a:defRPr sz="2250" b="1">
                <a:solidFill>
                  <a:srgbClr val="3859ED"/>
                </a:solidFill>
                <a:latin typeface="Malgun Gothic"/>
                <a:ea typeface="Malgun Gothic"/>
                <a:cs typeface="Malgun Gothic"/>
              </a:defRPr>
            </a:pPr>
            <a:r>
              <a:rPr sz="2250" b="1">
                <a:solidFill>
                  <a:srgbClr val="3859ED"/>
                </a:solidFill>
                <a:latin typeface="Malgun Gothic"/>
                <a:ea typeface="Malgun Gothic"/>
                <a:cs typeface="Malgun Gothic"/>
              </a:rPr>
              <a:t>회의록 저장</a:t>
            </a:r>
          </a:p>
        </p:txBody>
      </p:sp>
      <p:sp>
        <p:nvSpPr>
          <p:cNvPr id="10" name="">
            <a:extLst xmlns:a="http://schemas.openxmlformats.org/drawingml/2006/main">
              <a:ext uri="{FF2B5EF4-FFF2-40B4-BE49-F238E27FC236}">
                <a16:creationId xmlns:a16="http://schemas.microsoft.com/office/drawing/2014/main" id="{D5B8E256-ED4C-4A43-AD63-8FA35A26D9CC}"/>
              </a:ext>
            </a:extLst>
          </p:cNvPr>
          <p:cNvSpPr>
            <a:spLocks xmlns:a="http://schemas.openxmlformats.org/drawingml/2006/main" noGrp="1"/>
          </p:cNvSpPr>
          <p:nvPr/>
        </p:nvSpPr>
        <p:spPr>
          <a:xfrm xmlns:a="http://schemas.openxmlformats.org/drawingml/2006/main">
            <a:off x="7239000" y="6019800"/>
            <a:ext cx="7334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02C3D"/>
                </a:solidFill>
                <a:latin typeface="Malgun Gothic"/>
                <a:ea typeface="Malgun Gothic"/>
                <a:cs typeface="Malgun Gothic"/>
              </a:defRPr>
            </a:defPPr>
          </a:lstStyle>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참여자가 Markdown 파일로 내려받습니다.</a:t>
            </a:r>
          </a:p>
          <a:p xmlns:a="http://schemas.openxmlformats.org/drawingml/2006/main">
            <a:pPr>
              <a:defRPr sz="1950" b="0">
                <a:solidFill>
                  <a:srgbClr val="202C3D"/>
                </a:solidFill>
                <a:latin typeface="Malgun Gothic"/>
                <a:ea typeface="Malgun Gothic"/>
                <a:cs typeface="Malgun Gothic"/>
              </a:defRPr>
            </a:pPr>
            <a:r>
              <a:rPr sz="1950" b="0">
                <a:solidFill>
                  <a:srgbClr val="202C3D"/>
                </a:solidFill>
                <a:latin typeface="Malgun Gothic"/>
                <a:ea typeface="Malgun Gothic"/>
                <a:cs typeface="Malgun Gothic"/>
              </a:rPr>
              <a:t>퇴장 전에 저장할 수 있습니다.</a:t>
            </a:r>
          </a:p>
        </p:txBody>
      </p:sp>
      <p:sp>
        <p:nvSpPr>
          <p:cNvPr id="11" name="">
            <a:extLst xmlns:a="http://schemas.openxmlformats.org/drawingml/2006/main">
              <a:ext uri="{FF2B5EF4-FFF2-40B4-BE49-F238E27FC236}">
                <a16:creationId xmlns:a16="http://schemas.microsoft.com/office/drawing/2014/main" id="{E4EC0445-FAED-4A7E-AE2B-29C856373C8C}"/>
              </a:ext>
            </a:extLst>
          </p:cNvPr>
          <p:cNvSpPr>
            <a:spLocks xmlns:a="http://schemas.openxmlformats.org/drawingml/2006/main" noGrp="1"/>
          </p:cNvSpPr>
          <p:nvPr/>
        </p:nvSpPr>
        <p:spPr>
          <a:xfrm xmlns:a="http://schemas.openxmlformats.org/drawingml/2006/main">
            <a:off x="628650" y="7972425"/>
            <a:ext cx="1295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67489"/>
                </a:solidFill>
                <a:latin typeface="Malgun Gothic"/>
                <a:ea typeface="Malgun Gothic"/>
                <a:cs typeface="Malgun Gothic"/>
              </a:defRPr>
            </a:defPPr>
          </a:lstStyle>
          <a:p xmlns:a="http://schemas.openxmlformats.org/drawingml/2006/main">
            <a:pPr>
              <a:defRPr sz="1350" b="0">
                <a:solidFill>
                  <a:srgbClr val="667489"/>
                </a:solidFill>
                <a:latin typeface="Malgun Gothic"/>
                <a:ea typeface="Malgun Gothic"/>
                <a:cs typeface="Malgun Gothic"/>
              </a:defRPr>
            </a:pPr>
            <a:r>
              <a:rPr sz="1350" b="0">
                <a:solidFill>
                  <a:srgbClr val="667489"/>
                </a:solidFill>
                <a:latin typeface="Malgun Gothic"/>
                <a:ea typeface="Malgun Gothic"/>
                <a:cs typeface="Malgun Gothic"/>
              </a:rPr>
              <a:t>화면의 기록은 설명용 수동 입력 예시입니다. 생성형 AI 요약은 현재 포함하지 않습니다.</a:t>
            </a:r>
          </a:p>
        </p:txBody>
      </p:sp>
    </p:spTree>
    <p:extLst>
      <p:ext uri="{BB962C8B-B14F-4D97-AF65-F5344CB8AC3E}">
        <p14:creationId xmlns:p14="http://schemas.microsoft.com/office/powerpoint/2010/main" val="201005619"/>
      </p:ext>
    </p:extLst>
  </p:cSld>
</p:sld>
</file>

<file path=ppt/slides/slide1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421ADE0-0D25-4BD6-B681-DF8642D01D9F}"/>
              </a:ext>
            </a:extLst>
          </p:cNvPr>
          <p:cNvSpPr>
            <a:spLocks xmlns:a="http://schemas.openxmlformats.org/drawingml/2006/main" noGrp="1"/>
          </p:cNvSpPr>
          <p:nvPr/>
        </p:nvSpPr>
        <p:spPr>
          <a:xfrm xmlns:a="http://schemas.openxmlformats.org/drawingml/2006/main">
            <a:off x="609600" y="419100"/>
            <a:ext cx="1381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02C3D"/>
                </a:solidFill>
                <a:latin typeface="Malgun Gothic"/>
                <a:ea typeface="Malgun Gothic"/>
                <a:cs typeface="Malgun Gothic"/>
              </a:defRPr>
            </a:defPPr>
          </a:lstStyle>
          <a:p xmlns:a="http://schemas.openxmlformats.org/drawingml/2006/main">
            <a:pPr>
              <a:defRPr sz="3300" b="1">
                <a:solidFill>
                  <a:srgbClr val="202C3D"/>
                </a:solidFill>
                <a:latin typeface="Malgun Gothic"/>
                <a:ea typeface="Malgun Gothic"/>
                <a:cs typeface="Malgun Gothic"/>
              </a:defRPr>
            </a:pPr>
            <a:r>
              <a:rPr sz="3300" b="1">
                <a:solidFill>
                  <a:srgbClr val="202C3D"/>
                </a:solidFill>
                <a:latin typeface="Malgun Gothic"/>
                <a:ea typeface="Malgun Gothic"/>
                <a:cs typeface="Malgun Gothic"/>
              </a:rPr>
              <a:t>현재 제공 범위와 추가 검토 항목</a:t>
            </a:r>
          </a:p>
        </p:txBody>
      </p:sp>
      <p:sp>
        <p:nvSpPr>
          <p:cNvPr id="2" name="">
            <a:extLst xmlns:a="http://schemas.openxmlformats.org/drawingml/2006/main">
              <a:ext uri="{FF2B5EF4-FFF2-40B4-BE49-F238E27FC236}">
                <a16:creationId xmlns:a16="http://schemas.microsoft.com/office/drawing/2014/main" id="{74081445-09CD-49EA-8BFE-23F1D4CF2D16}"/>
              </a:ext>
            </a:extLst>
          </p:cNvPr>
          <p:cNvSpPr>
            <a:spLocks xmlns:a="http://schemas.openxmlformats.org/drawingml/2006/main" noGrp="1"/>
          </p:cNvSpPr>
          <p:nvPr/>
        </p:nvSpPr>
        <p:spPr>
          <a:xfrm xmlns:a="http://schemas.openxmlformats.org/drawingml/2006/main">
            <a:off x="628650" y="1123950"/>
            <a:ext cx="1381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667489"/>
                </a:solidFill>
                <a:latin typeface="Malgun Gothic"/>
                <a:ea typeface="Malgun Gothic"/>
                <a:cs typeface="Malgun Gothic"/>
              </a:defRPr>
            </a:defPPr>
          </a:lstStyle>
          <a:p xmlns:a="http://schemas.openxmlformats.org/drawingml/2006/main">
            <a:pPr>
              <a:defRPr sz="1800" b="0">
                <a:solidFill>
                  <a:srgbClr val="667489"/>
                </a:solidFill>
                <a:latin typeface="Malgun Gothic"/>
                <a:ea typeface="Malgun Gothic"/>
                <a:cs typeface="Malgun Gothic"/>
              </a:defRPr>
            </a:pPr>
            <a:r>
              <a:rPr sz="1800" b="0">
                <a:solidFill>
                  <a:srgbClr val="667489"/>
                </a:solidFill>
                <a:latin typeface="Malgun Gothic"/>
                <a:ea typeface="Malgun Gothic"/>
                <a:cs typeface="Malgun Gothic"/>
              </a:rPr>
              <a:t>아래 추가 검토 항목은 아직 구현되지 않은 기능입니다</a:t>
            </a:r>
          </a:p>
        </p:txBody>
      </p:sp>
      <p:sp>
        <p:nvSpPr>
          <p:cNvPr id="3" name="">
            <a:extLst xmlns:a="http://schemas.openxmlformats.org/drawingml/2006/main">
              <a:ext uri="{FF2B5EF4-FFF2-40B4-BE49-F238E27FC236}">
                <a16:creationId xmlns:a16="http://schemas.microsoft.com/office/drawing/2014/main" id="{1BF30770-71BD-47ED-8CE7-B6FEA279C34C}"/>
              </a:ext>
            </a:extLst>
          </p:cNvPr>
          <p:cNvSpPr>
            <a:spLocks xmlns:a="http://schemas.openxmlformats.org/drawingml/2006/main" noGrp="1"/>
          </p:cNvSpPr>
          <p:nvPr/>
        </p:nvSpPr>
        <p:spPr>
          <a:xfrm xmlns:a="http://schemas.openxmlformats.org/drawingml/2006/main">
            <a:off x="14001750" y="80581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67489"/>
                </a:solidFill>
                <a:latin typeface="Malgun Gothic"/>
                <a:ea typeface="Malgun Gothic"/>
                <a:cs typeface="Malgun Gothic"/>
              </a:defRPr>
            </a:defPPr>
          </a:lstStyle>
          <a:p xmlns:a="http://schemas.openxmlformats.org/drawingml/2006/main">
            <a:pPr>
              <a:defRPr sz="1350" b="0">
                <a:solidFill>
                  <a:srgbClr val="667489"/>
                </a:solidFill>
                <a:latin typeface="Malgun Gothic"/>
                <a:ea typeface="Malgun Gothic"/>
                <a:cs typeface="Malgun Gothic"/>
              </a:defRPr>
            </a:pPr>
            <a:r>
              <a:rPr sz="1350" b="0">
                <a:solidFill>
                  <a:srgbClr val="667489"/>
                </a:solidFill>
                <a:latin typeface="Malgun Gothic"/>
                <a:ea typeface="Malgun Gothic"/>
                <a:cs typeface="Malgun Gothic"/>
              </a:rPr>
              <a:t>13</a:t>
            </a:r>
          </a:p>
        </p:txBody>
      </p:sp>
      <p:sp>
        <p:nvSpPr>
          <p:cNvPr id="4" name="">
            <a:extLst xmlns:a="http://schemas.openxmlformats.org/drawingml/2006/main">
              <a:ext uri="{FF2B5EF4-FFF2-40B4-BE49-F238E27FC236}">
                <a16:creationId xmlns:a16="http://schemas.microsoft.com/office/drawing/2014/main" id="{C2D867C1-59E0-48BA-9E0E-7ED74457CF33}"/>
              </a:ext>
            </a:extLst>
          </p:cNvPr>
          <p:cNvSpPr>
            <a:spLocks xmlns:a="http://schemas.openxmlformats.org/drawingml/2006/main" noGrp="1"/>
          </p:cNvSpPr>
          <p:nvPr/>
        </p:nvSpPr>
        <p:spPr>
          <a:xfrm xmlns:a="http://schemas.openxmlformats.org/drawingml/2006/main">
            <a:off x="762000" y="2000250"/>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3859ED"/>
                </a:solidFill>
                <a:latin typeface="Malgun Gothic"/>
                <a:ea typeface="Malgun Gothic"/>
                <a:cs typeface="Malgun Gothic"/>
              </a:defRPr>
            </a:defPPr>
          </a:lstStyle>
          <a:p xmlns:a="http://schemas.openxmlformats.org/drawingml/2006/main">
            <a:pPr>
              <a:defRPr sz="2550" b="1">
                <a:solidFill>
                  <a:srgbClr val="3859ED"/>
                </a:solidFill>
                <a:latin typeface="Malgun Gothic"/>
                <a:ea typeface="Malgun Gothic"/>
                <a:cs typeface="Malgun Gothic"/>
              </a:defRPr>
            </a:pPr>
            <a:r>
              <a:rPr sz="2550" b="1">
                <a:solidFill>
                  <a:srgbClr val="3859ED"/>
                </a:solidFill>
                <a:latin typeface="Malgun Gothic"/>
                <a:ea typeface="Malgun Gothic"/>
                <a:cs typeface="Malgun Gothic"/>
              </a:rPr>
              <a:t>현재 제공</a:t>
            </a:r>
          </a:p>
        </p:txBody>
      </p:sp>
      <p:sp>
        <p:nvSpPr>
          <p:cNvPr id="5" name="">
            <a:extLst xmlns:a="http://schemas.openxmlformats.org/drawingml/2006/main">
              <a:ext uri="{FF2B5EF4-FFF2-40B4-BE49-F238E27FC236}">
                <a16:creationId xmlns:a16="http://schemas.microsoft.com/office/drawing/2014/main" id="{2B58BE50-AA14-410F-8457-C01A4E81CAF1}"/>
              </a:ext>
            </a:extLst>
          </p:cNvPr>
          <p:cNvSpPr>
            <a:spLocks xmlns:a="http://schemas.openxmlformats.org/drawingml/2006/main" noGrp="1"/>
          </p:cNvSpPr>
          <p:nvPr/>
        </p:nvSpPr>
        <p:spPr>
          <a:xfrm xmlns:a="http://schemas.openxmlformats.org/drawingml/2006/main">
            <a:off x="762000" y="2952750"/>
            <a:ext cx="619125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202C3D"/>
                </a:solidFill>
                <a:latin typeface="Malgun Gothic"/>
                <a:ea typeface="Malgun Gothic"/>
                <a:cs typeface="Malgun Gothic"/>
              </a:defRPr>
            </a:defPPr>
          </a:lstStyle>
          <a:p xmlns:a="http://schemas.openxmlformats.org/drawingml/2006/main">
            <a:pPr>
              <a:defRPr sz="2250" b="0">
                <a:solidFill>
                  <a:srgbClr val="202C3D"/>
                </a:solidFill>
                <a:latin typeface="Malgun Gothic"/>
                <a:ea typeface="Malgun Gothic"/>
                <a:cs typeface="Malgun Gothic"/>
              </a:defRPr>
            </a:pPr>
            <a:r>
              <a:rPr sz="2250" b="0">
                <a:solidFill>
                  <a:srgbClr val="202C3D"/>
                </a:solidFill>
                <a:latin typeface="Malgun Gothic"/>
                <a:ea typeface="Malgun Gothic"/>
                <a:cs typeface="Malgun Gothic"/>
              </a:rPr>
              <a:t>초대 링크와 방 접속 ID</a:t>
            </a:r>
          </a:p>
          <a:p xmlns:a="http://schemas.openxmlformats.org/drawingml/2006/main">
            <a:pPr>
              <a:defRPr sz="2250" b="0">
                <a:solidFill>
                  <a:srgbClr val="202C3D"/>
                </a:solidFill>
                <a:latin typeface="Malgun Gothic"/>
                <a:ea typeface="Malgun Gothic"/>
                <a:cs typeface="Malgun Gothic"/>
              </a:defRPr>
            </a:pPr>
            <a:r>
              <a:rPr sz="2250" b="0">
                <a:solidFill>
                  <a:srgbClr val="202C3D"/>
                </a:solidFill>
                <a:latin typeface="Malgun Gothic"/>
                <a:ea typeface="Malgun Gothic"/>
                <a:cs typeface="Malgun Gothic"/>
              </a:rPr>
              <a:t>FREE Talk와 한 사람씩 발표</a:t>
            </a:r>
          </a:p>
          <a:p xmlns:a="http://schemas.openxmlformats.org/drawingml/2006/main">
            <a:pPr>
              <a:defRPr sz="2250" b="0">
                <a:solidFill>
                  <a:srgbClr val="202C3D"/>
                </a:solidFill>
                <a:latin typeface="Malgun Gothic"/>
                <a:ea typeface="Malgun Gothic"/>
                <a:cs typeface="Malgun Gothic"/>
              </a:defRPr>
            </a:pPr>
            <a:r>
              <a:rPr sz="2250" b="0">
                <a:solidFill>
                  <a:srgbClr val="202C3D"/>
                </a:solidFill>
                <a:latin typeface="Malgun Gothic"/>
                <a:ea typeface="Malgun Gothic"/>
                <a:cs typeface="Malgun Gothic"/>
              </a:rPr>
              <a:t>다중 화면과 발표자 화면</a:t>
            </a:r>
          </a:p>
          <a:p xmlns:a="http://schemas.openxmlformats.org/drawingml/2006/main">
            <a:pPr>
              <a:defRPr sz="2250" b="0">
                <a:solidFill>
                  <a:srgbClr val="202C3D"/>
                </a:solidFill>
                <a:latin typeface="Malgun Gothic"/>
                <a:ea typeface="Malgun Gothic"/>
                <a:cs typeface="Malgun Gothic"/>
              </a:defRPr>
            </a:pPr>
            <a:r>
              <a:rPr sz="2250" b="0">
                <a:solidFill>
                  <a:srgbClr val="202C3D"/>
                </a:solidFill>
                <a:latin typeface="Malgun Gothic"/>
                <a:ea typeface="Malgun Gothic"/>
                <a:cs typeface="Malgun Gothic"/>
              </a:rPr>
              <a:t>화면 공유와 화이트보드</a:t>
            </a:r>
          </a:p>
          <a:p xmlns:a="http://schemas.openxmlformats.org/drawingml/2006/main">
            <a:pPr>
              <a:defRPr sz="2250" b="0">
                <a:solidFill>
                  <a:srgbClr val="202C3D"/>
                </a:solidFill>
                <a:latin typeface="Malgun Gothic"/>
                <a:ea typeface="Malgun Gothic"/>
                <a:cs typeface="Malgun Gothic"/>
              </a:defRPr>
            </a:pPr>
            <a:r>
              <a:rPr sz="2250" b="0">
                <a:solidFill>
                  <a:srgbClr val="202C3D"/>
                </a:solidFill>
                <a:latin typeface="Malgun Gothic"/>
                <a:ea typeface="Malgun Gothic"/>
                <a:cs typeface="Malgun Gothic"/>
              </a:rPr>
              <a:t>한국어 전사와 수동 회의록</a:t>
            </a:r>
          </a:p>
        </p:txBody>
      </p:sp>
      <p:sp>
        <p:nvSpPr>
          <p:cNvPr id="6" name="">
            <a:extLst xmlns:a="http://schemas.openxmlformats.org/drawingml/2006/main">
              <a:ext uri="{FF2B5EF4-FFF2-40B4-BE49-F238E27FC236}">
                <a16:creationId xmlns:a16="http://schemas.microsoft.com/office/drawing/2014/main" id="{B255B6EC-1669-4B28-B1F2-EF57CA80C5AE}"/>
              </a:ext>
            </a:extLst>
          </p:cNvPr>
          <p:cNvSpPr>
            <a:spLocks xmlns:a="http://schemas.openxmlformats.org/drawingml/2006/main" noGrp="1"/>
          </p:cNvSpPr>
          <p:nvPr/>
        </p:nvSpPr>
        <p:spPr>
          <a:xfrm xmlns:a="http://schemas.openxmlformats.org/drawingml/2006/main">
            <a:off x="8048625" y="2000250"/>
            <a:ext cx="638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3859ED"/>
                </a:solidFill>
                <a:latin typeface="Malgun Gothic"/>
                <a:ea typeface="Malgun Gothic"/>
                <a:cs typeface="Malgun Gothic"/>
              </a:defRPr>
            </a:defPPr>
          </a:lstStyle>
          <a:p xmlns:a="http://schemas.openxmlformats.org/drawingml/2006/main">
            <a:pPr>
              <a:defRPr sz="2550" b="1">
                <a:solidFill>
                  <a:srgbClr val="3859ED"/>
                </a:solidFill>
                <a:latin typeface="Malgun Gothic"/>
                <a:ea typeface="Malgun Gothic"/>
                <a:cs typeface="Malgun Gothic"/>
              </a:defRPr>
            </a:pPr>
            <a:r>
              <a:rPr sz="2550" b="1">
                <a:solidFill>
                  <a:srgbClr val="3859ED"/>
                </a:solidFill>
                <a:latin typeface="Malgun Gothic"/>
                <a:ea typeface="Malgun Gothic"/>
                <a:cs typeface="Malgun Gothic"/>
              </a:rPr>
              <a:t>추가 검토</a:t>
            </a:r>
          </a:p>
        </p:txBody>
      </p:sp>
      <p:sp>
        <p:nvSpPr>
          <p:cNvPr id="7" name="">
            <a:extLst xmlns:a="http://schemas.openxmlformats.org/drawingml/2006/main">
              <a:ext uri="{FF2B5EF4-FFF2-40B4-BE49-F238E27FC236}">
                <a16:creationId xmlns:a16="http://schemas.microsoft.com/office/drawing/2014/main" id="{9378CF34-C464-4B79-AABE-A2D956E10188}"/>
              </a:ext>
            </a:extLst>
          </p:cNvPr>
          <p:cNvSpPr>
            <a:spLocks xmlns:a="http://schemas.openxmlformats.org/drawingml/2006/main" noGrp="1"/>
          </p:cNvSpPr>
          <p:nvPr/>
        </p:nvSpPr>
        <p:spPr>
          <a:xfrm xmlns:a="http://schemas.openxmlformats.org/drawingml/2006/main">
            <a:off x="8048625" y="2952750"/>
            <a:ext cx="638175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202C3D"/>
                </a:solidFill>
                <a:latin typeface="Malgun Gothic"/>
                <a:ea typeface="Malgun Gothic"/>
                <a:cs typeface="Malgun Gothic"/>
              </a:defRPr>
            </a:defPPr>
          </a:lstStyle>
          <a:p xmlns:a="http://schemas.openxmlformats.org/drawingml/2006/main">
            <a:pPr>
              <a:defRPr sz="2250" b="0">
                <a:solidFill>
                  <a:srgbClr val="202C3D"/>
                </a:solidFill>
                <a:latin typeface="Malgun Gothic"/>
                <a:ea typeface="Malgun Gothic"/>
                <a:cs typeface="Malgun Gothic"/>
              </a:defRPr>
            </a:pPr>
            <a:r>
              <a:rPr sz="2250" b="0">
                <a:solidFill>
                  <a:srgbClr val="202C3D"/>
                </a:solidFill>
                <a:latin typeface="Malgun Gothic"/>
                <a:ea typeface="Malgun Gothic"/>
                <a:cs typeface="Malgun Gothic"/>
              </a:rPr>
              <a:t>대기실·참가 승인·강제 퇴장</a:t>
            </a:r>
          </a:p>
          <a:p xmlns:a="http://schemas.openxmlformats.org/drawingml/2006/main">
            <a:pPr>
              <a:defRPr sz="2250" b="0">
                <a:solidFill>
                  <a:srgbClr val="202C3D"/>
                </a:solidFill>
                <a:latin typeface="Malgun Gothic"/>
                <a:ea typeface="Malgun Gothic"/>
                <a:cs typeface="Malgun Gothic"/>
              </a:defRPr>
            </a:pPr>
            <a:r>
              <a:rPr sz="2250" b="0">
                <a:solidFill>
                  <a:srgbClr val="202C3D"/>
                </a:solidFill>
                <a:latin typeface="Malgun Gothic"/>
                <a:ea typeface="Malgun Gothic"/>
                <a:cs typeface="Malgun Gothic"/>
              </a:rPr>
              <a:t>사용자 계정과 로그인</a:t>
            </a:r>
          </a:p>
          <a:p xmlns:a="http://schemas.openxmlformats.org/drawingml/2006/main">
            <a:pPr>
              <a:defRPr sz="2250" b="0">
                <a:solidFill>
                  <a:srgbClr val="202C3D"/>
                </a:solidFill>
                <a:latin typeface="Malgun Gothic"/>
                <a:ea typeface="Malgun Gothic"/>
                <a:cs typeface="Malgun Gothic"/>
              </a:defRPr>
            </a:pPr>
            <a:r>
              <a:rPr sz="2250" b="0">
                <a:solidFill>
                  <a:srgbClr val="202C3D"/>
                </a:solidFill>
                <a:latin typeface="Malgun Gothic"/>
                <a:ea typeface="Malgun Gothic"/>
                <a:cs typeface="Malgun Gothic"/>
              </a:rPr>
              <a:t>예약 회의와 종료 후 재접속</a:t>
            </a:r>
          </a:p>
          <a:p xmlns:a="http://schemas.openxmlformats.org/drawingml/2006/main">
            <a:pPr>
              <a:defRPr sz="2250" b="0">
                <a:solidFill>
                  <a:srgbClr val="202C3D"/>
                </a:solidFill>
                <a:latin typeface="Malgun Gothic"/>
                <a:ea typeface="Malgun Gothic"/>
                <a:cs typeface="Malgun Gothic"/>
              </a:defRPr>
            </a:pPr>
            <a:r>
              <a:rPr sz="2250" b="0">
                <a:solidFill>
                  <a:srgbClr val="202C3D"/>
                </a:solidFill>
                <a:latin typeface="Malgun Gothic"/>
                <a:ea typeface="Malgun Gothic"/>
                <a:cs typeface="Malgun Gothic"/>
              </a:rPr>
              <a:t>영상 녹화와 보드 저장</a:t>
            </a:r>
          </a:p>
          <a:p xmlns:a="http://schemas.openxmlformats.org/drawingml/2006/main">
            <a:pPr>
              <a:defRPr sz="2250" b="0">
                <a:solidFill>
                  <a:srgbClr val="202C3D"/>
                </a:solidFill>
                <a:latin typeface="Malgun Gothic"/>
                <a:ea typeface="Malgun Gothic"/>
                <a:cs typeface="Malgun Gothic"/>
              </a:defRPr>
            </a:pPr>
            <a:r>
              <a:rPr sz="2250" b="0">
                <a:solidFill>
                  <a:srgbClr val="202C3D"/>
                </a:solidFill>
                <a:latin typeface="Malgun Gothic"/>
                <a:ea typeface="Malgun Gothic"/>
                <a:cs typeface="Malgun Gothic"/>
              </a:rPr>
              <a:t>생성형 AI 회의 요약</a:t>
            </a:r>
          </a:p>
        </p:txBody>
      </p:sp>
      <p:sp>
        <p:nvSpPr>
          <p:cNvPr id="8" name="">
            <a:extLst xmlns:a="http://schemas.openxmlformats.org/drawingml/2006/main">
              <a:ext uri="{FF2B5EF4-FFF2-40B4-BE49-F238E27FC236}">
                <a16:creationId xmlns:a16="http://schemas.microsoft.com/office/drawing/2014/main" id="{0B361315-6D37-4FFF-9131-A48318CA9746}"/>
              </a:ext>
            </a:extLst>
          </p:cNvPr>
          <p:cNvSpPr>
            <a:spLocks xmlns:a="http://schemas.openxmlformats.org/drawingml/2006/main" noGrp="1"/>
          </p:cNvSpPr>
          <p:nvPr/>
        </p:nvSpPr>
        <p:spPr>
          <a:xfrm xmlns:a="http://schemas.openxmlformats.org/drawingml/2006/main">
            <a:off x="628650" y="7972425"/>
            <a:ext cx="1295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67489"/>
                </a:solidFill>
                <a:latin typeface="Malgun Gothic"/>
                <a:ea typeface="Malgun Gothic"/>
                <a:cs typeface="Malgun Gothic"/>
              </a:defRPr>
            </a:defPPr>
          </a:lstStyle>
          <a:p xmlns:a="http://schemas.openxmlformats.org/drawingml/2006/main">
            <a:pPr>
              <a:defRPr sz="1350" b="0">
                <a:solidFill>
                  <a:srgbClr val="667489"/>
                </a:solidFill>
                <a:latin typeface="Malgun Gothic"/>
                <a:ea typeface="Malgun Gothic"/>
                <a:cs typeface="Malgun Gothic"/>
              </a:defRPr>
            </a:pPr>
            <a:r>
              <a:rPr sz="1350" b="0">
                <a:solidFill>
                  <a:srgbClr val="667489"/>
                </a:solidFill>
                <a:latin typeface="Malgun Gothic"/>
                <a:ea typeface="Malgun Gothic"/>
                <a:cs typeface="Malgun Gothic"/>
              </a:rPr>
              <a:t>기본 한 방 제한은 8명입니다. 실제 최대 인원과 인터넷 환경 품질은 운영 서버에서 검증해야 합니다.</a:t>
            </a:r>
          </a:p>
        </p:txBody>
      </p:sp>
    </p:spTree>
    <p:extLst>
      <p:ext uri="{BB962C8B-B14F-4D97-AF65-F5344CB8AC3E}">
        <p14:creationId xmlns:p14="http://schemas.microsoft.com/office/powerpoint/2010/main" val="872893457"/>
      </p:ext>
    </p:extLst>
  </p:cSld>
</p:sld>
</file>

<file path=ppt/slides/slide1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4596302-C204-4711-A2CD-FE0C9BCFCE29}"/>
              </a:ext>
            </a:extLst>
          </p:cNvPr>
          <p:cNvSpPr>
            <a:spLocks xmlns:a="http://schemas.openxmlformats.org/drawingml/2006/main" noGrp="1"/>
          </p:cNvSpPr>
          <p:nvPr/>
        </p:nvSpPr>
        <p:spPr>
          <a:xfrm xmlns:a="http://schemas.openxmlformats.org/drawingml/2006/main">
            <a:off x="609600" y="419100"/>
            <a:ext cx="1381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02C3D"/>
                </a:solidFill>
                <a:latin typeface="Malgun Gothic"/>
                <a:ea typeface="Malgun Gothic"/>
                <a:cs typeface="Malgun Gothic"/>
              </a:defRPr>
            </a:defPPr>
          </a:lstStyle>
          <a:p xmlns:a="http://schemas.openxmlformats.org/drawingml/2006/main">
            <a:pPr>
              <a:defRPr sz="3300" b="1">
                <a:solidFill>
                  <a:srgbClr val="202C3D"/>
                </a:solidFill>
                <a:latin typeface="Malgun Gothic"/>
                <a:ea typeface="Malgun Gothic"/>
                <a:cs typeface="Malgun Gothic"/>
              </a:defRPr>
            </a:pPr>
            <a:r>
              <a:rPr sz="3300" b="1">
                <a:solidFill>
                  <a:srgbClr val="202C3D"/>
                </a:solidFill>
                <a:latin typeface="Malgun Gothic"/>
                <a:ea typeface="Malgun Gothic"/>
                <a:cs typeface="Malgun Gothic"/>
              </a:rPr>
              <a:t>추가 개발 의견 기록</a:t>
            </a:r>
          </a:p>
        </p:txBody>
      </p:sp>
      <p:sp>
        <p:nvSpPr>
          <p:cNvPr id="2" name="">
            <a:extLst xmlns:a="http://schemas.openxmlformats.org/drawingml/2006/main">
              <a:ext uri="{FF2B5EF4-FFF2-40B4-BE49-F238E27FC236}">
                <a16:creationId xmlns:a16="http://schemas.microsoft.com/office/drawing/2014/main" id="{1A10E15B-4C1D-4A96-AC70-5F779B89562A}"/>
              </a:ext>
            </a:extLst>
          </p:cNvPr>
          <p:cNvSpPr>
            <a:spLocks xmlns:a="http://schemas.openxmlformats.org/drawingml/2006/main" noGrp="1"/>
          </p:cNvSpPr>
          <p:nvPr/>
        </p:nvSpPr>
        <p:spPr>
          <a:xfrm xmlns:a="http://schemas.openxmlformats.org/drawingml/2006/main">
            <a:off x="628650" y="1123950"/>
            <a:ext cx="1381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667489"/>
                </a:solidFill>
                <a:latin typeface="Malgun Gothic"/>
                <a:ea typeface="Malgun Gothic"/>
                <a:cs typeface="Malgun Gothic"/>
              </a:defRPr>
            </a:defPPr>
          </a:lstStyle>
          <a:p xmlns:a="http://schemas.openxmlformats.org/drawingml/2006/main">
            <a:pPr>
              <a:defRPr sz="1800" b="0">
                <a:solidFill>
                  <a:srgbClr val="667489"/>
                </a:solidFill>
                <a:latin typeface="Malgun Gothic"/>
                <a:ea typeface="Malgun Gothic"/>
                <a:cs typeface="Malgun Gothic"/>
              </a:defRPr>
            </a:pPr>
            <a:r>
              <a:rPr sz="1800" b="0">
                <a:solidFill>
                  <a:srgbClr val="667489"/>
                </a:solidFill>
                <a:latin typeface="Malgun Gothic"/>
                <a:ea typeface="Malgun Gothic"/>
                <a:cs typeface="Malgun Gothic"/>
              </a:rPr>
              <a:t>슬라이드 번호와 원하는 동작을 함께 적으면 개발 범위를 정하기 쉽습니다</a:t>
            </a:r>
          </a:p>
        </p:txBody>
      </p:sp>
      <p:sp>
        <p:nvSpPr>
          <p:cNvPr id="3" name="">
            <a:extLst xmlns:a="http://schemas.openxmlformats.org/drawingml/2006/main">
              <a:ext uri="{FF2B5EF4-FFF2-40B4-BE49-F238E27FC236}">
                <a16:creationId xmlns:a16="http://schemas.microsoft.com/office/drawing/2014/main" id="{370082CC-5732-4429-9ED8-D8839FCD6EC8}"/>
              </a:ext>
            </a:extLst>
          </p:cNvPr>
          <p:cNvSpPr>
            <a:spLocks xmlns:a="http://schemas.openxmlformats.org/drawingml/2006/main" noGrp="1"/>
          </p:cNvSpPr>
          <p:nvPr/>
        </p:nvSpPr>
        <p:spPr>
          <a:xfrm xmlns:a="http://schemas.openxmlformats.org/drawingml/2006/main">
            <a:off x="14001750" y="80581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67489"/>
                </a:solidFill>
                <a:latin typeface="Malgun Gothic"/>
                <a:ea typeface="Malgun Gothic"/>
                <a:cs typeface="Malgun Gothic"/>
              </a:defRPr>
            </a:defPPr>
          </a:lstStyle>
          <a:p xmlns:a="http://schemas.openxmlformats.org/drawingml/2006/main">
            <a:pPr>
              <a:defRPr sz="1350" b="0">
                <a:solidFill>
                  <a:srgbClr val="667489"/>
                </a:solidFill>
                <a:latin typeface="Malgun Gothic"/>
                <a:ea typeface="Malgun Gothic"/>
                <a:cs typeface="Malgun Gothic"/>
              </a:defRPr>
            </a:pPr>
            <a:r>
              <a:rPr sz="1350" b="0">
                <a:solidFill>
                  <a:srgbClr val="667489"/>
                </a:solidFill>
                <a:latin typeface="Malgun Gothic"/>
                <a:ea typeface="Malgun Gothic"/>
                <a:cs typeface="Malgun Gothic"/>
              </a:rPr>
              <a:t>14</a:t>
            </a:r>
          </a:p>
        </p:txBody>
      </p:sp>
      <p:graphicFrame>
        <p:nvGraphicFramePr>
          <p:cNvPr id="4" name="">
            <a:extLst xmlns:a="http://schemas.openxmlformats.org/drawingml/2006/main">
              <a:ext uri="{FF2B5EF4-FFF2-40B4-BE49-F238E27FC236}">
                <a16:creationId xmlns:a16="http://schemas.microsoft.com/office/drawing/2014/main" id="{C8D59336-D313-4FB4-8AE6-B855F72FD41B}"/>
              </a:ext>
            </a:extLst>
          </p:cNvPr>
          <p:cNvGraphicFramePr/>
          <p:nvPr/>
        </p:nvGraphicFramePr>
        <p:xfrm>
          <a:off xmlns:a="http://schemas.openxmlformats.org/drawingml/2006/main" x="666750" y="2095500"/>
          <a:ext xmlns:a="http://schemas.openxmlformats.org/drawingml/2006/main" cx="13906500" cy="4333875"/>
        </p:xfrm>
        <a:graphic xmlns:a="http://schemas.openxmlformats.org/drawingml/2006/main">
          <a:graphicData uri="http://schemas.openxmlformats.org/drawingml/2006/table">
            <a:tbl>
              <a:tblPr/>
              <a:tblGrid>
                <a:gridCol w="4095750"/>
                <a:gridCol w="7620000"/>
                <a:gridCol w="2190750"/>
              </a:tblGrid>
              <a:tr h="722313">
                <a:tc>
                  <a:txBody>
                    <a:bodyPr lIns="133350" tIns="133350" rIns="133350" bIns="133350"/>
                    <a:lstStyle/>
                    <a:p>
                      <a:r>
                        <a:rPr sz="2100" b="1">
                          <a:solidFill>
                            <a:srgbClr val="202C3D"/>
                          </a:solidFill>
                          <a:latin typeface="Malgun Gothic"/>
                          <a:ea typeface="Malgun Gothic"/>
                          <a:cs typeface="Malgun Gothic"/>
                        </a:rPr>
                        <a:t>검토 화면</a:t>
                      </a:r>
                    </a:p>
                  </a:txBody>
                  <a:tcPr marL="91440" marR="91440" marT="45720" marB="45720" anchor="ctr">
                    <a:lnL w="9525">
                      <a:solidFill>
                        <a:srgbClr val="DBE2ED"/>
                      </a:solidFill>
                      <a:prstDash val="solid"/>
                    </a:lnL>
                    <a:lnR w="9525">
                      <a:solidFill>
                        <a:srgbClr val="DBE2ED"/>
                      </a:solidFill>
                      <a:prstDash val="solid"/>
                    </a:lnR>
                    <a:lnT w="9525">
                      <a:solidFill>
                        <a:srgbClr val="DBE2ED"/>
                      </a:solidFill>
                      <a:prstDash val="solid"/>
                    </a:lnT>
                    <a:lnB w="9525">
                      <a:solidFill>
                        <a:srgbClr val="DBE2ED"/>
                      </a:solidFill>
                      <a:prstDash val="solid"/>
                    </a:lnB>
                    <a:solidFill>
                      <a:srgbClr val="E7EDFF"/>
                    </a:solidFill>
                  </a:tcPr>
                </a:tc>
                <a:tc>
                  <a:txBody>
                    <a:bodyPr lIns="133350" tIns="133350" rIns="133350" bIns="133350"/>
                    <a:lstStyle/>
                    <a:p>
                      <a:r>
                        <a:rPr sz="2100" b="1">
                          <a:solidFill>
                            <a:srgbClr val="202C3D"/>
                          </a:solidFill>
                          <a:latin typeface="Malgun Gothic"/>
                          <a:ea typeface="Malgun Gothic"/>
                          <a:cs typeface="Malgun Gothic"/>
                        </a:rPr>
                        <a:t>변경하거나 추가할 내용</a:t>
                      </a:r>
                    </a:p>
                  </a:txBody>
                  <a:tcPr marL="91440" marR="91440" marT="45720" marB="45720" anchor="ctr">
                    <a:lnR w="9525">
                      <a:solidFill>
                        <a:srgbClr val="DBE2ED"/>
                      </a:solidFill>
                      <a:prstDash val="solid"/>
                    </a:lnR>
                    <a:lnT w="9525">
                      <a:solidFill>
                        <a:srgbClr val="DBE2ED"/>
                      </a:solidFill>
                      <a:prstDash val="solid"/>
                    </a:lnT>
                    <a:lnB w="9525">
                      <a:solidFill>
                        <a:srgbClr val="DBE2ED"/>
                      </a:solidFill>
                      <a:prstDash val="solid"/>
                    </a:lnB>
                    <a:solidFill>
                      <a:srgbClr val="E7EDFF"/>
                    </a:solidFill>
                  </a:tcPr>
                </a:tc>
                <a:tc>
                  <a:txBody>
                    <a:bodyPr lIns="133350" tIns="133350" rIns="133350" bIns="133350"/>
                    <a:lstStyle/>
                    <a:p>
                      <a:r>
                        <a:rPr sz="2100" b="1">
                          <a:solidFill>
                            <a:srgbClr val="202C3D"/>
                          </a:solidFill>
                          <a:latin typeface="Malgun Gothic"/>
                          <a:ea typeface="Malgun Gothic"/>
                          <a:cs typeface="Malgun Gothic"/>
                        </a:rPr>
                        <a:t>우선순위</a:t>
                      </a:r>
                    </a:p>
                  </a:txBody>
                  <a:tcPr marL="91440" marR="91440" marT="45720" marB="45720" anchor="ctr">
                    <a:lnR w="9525">
                      <a:solidFill>
                        <a:srgbClr val="DBE2ED"/>
                      </a:solidFill>
                      <a:prstDash val="solid"/>
                    </a:lnR>
                    <a:lnT w="9525">
                      <a:solidFill>
                        <a:srgbClr val="DBE2ED"/>
                      </a:solidFill>
                      <a:prstDash val="solid"/>
                    </a:lnT>
                    <a:lnB w="9525">
                      <a:solidFill>
                        <a:srgbClr val="DBE2ED"/>
                      </a:solidFill>
                      <a:prstDash val="solid"/>
                    </a:lnB>
                    <a:solidFill>
                      <a:srgbClr val="E7EDFF"/>
                    </a:solidFill>
                  </a:tcPr>
                </a:tc>
              </a:tr>
              <a:tr h="722313">
                <a:tc>
                  <a:txBody>
                    <a:bodyPr lIns="133350" tIns="133350" rIns="133350" bIns="133350"/>
                    <a:lstStyle/>
                    <a:p>
                      <a:r>
                        <a:rPr sz="1875" b="0">
                          <a:solidFill>
                            <a:srgbClr val="202C3D"/>
                          </a:solidFill>
                          <a:latin typeface="Malgun Gothic"/>
                          <a:ea typeface="Malgun Gothic"/>
                          <a:cs typeface="Malgun Gothic"/>
                        </a:rPr>
                        <a:t>03–06  입장·방 생성·초대</a:t>
                      </a:r>
                    </a:p>
                  </a:txBody>
                  <a:tcPr marL="91440" marR="91440" marT="45720" marB="45720" anchor="ctr">
                    <a:lnL w="9525">
                      <a:solidFill>
                        <a:srgbClr val="DBE2ED"/>
                      </a:solidFill>
                      <a:prstDash val="solid"/>
                    </a:lnL>
                    <a:lnR w="9525">
                      <a:solidFill>
                        <a:srgbClr val="DBE2ED"/>
                      </a:solidFill>
                      <a:prstDash val="solid"/>
                    </a:lnR>
                    <a:lnB w="9525">
                      <a:solidFill>
                        <a:srgbClr val="DBE2ED"/>
                      </a:solidFill>
                      <a:prstDash val="solid"/>
                    </a:lnB>
                    <a:solidFill>
                      <a:srgbClr val="FFFFFF"/>
                    </a:solidFill>
                  </a:tcPr>
                </a:tc>
                <a:tc>
                  <a:txBody>
                    <a:bodyPr lIns="133350" tIns="133350" rIns="133350" bIns="133350"/>
                    <a:lstStyle/>
                    <a:p>
                      <a:r>
                        <a:rPr sz="1875" b="0">
                          <a:solidFill>
                            <a:srgbClr val="202C3D"/>
                          </a:solidFill>
                          <a:latin typeface="Malgun Gothic"/>
                          <a:ea typeface="Malgun Gothic"/>
                          <a:cs typeface="Malgun Gothic"/>
                        </a:rPr>
                        <a:t/>
                      </a:r>
                    </a:p>
                  </a:txBody>
                  <a:tcPr marL="91440" marR="91440" marT="45720" marB="45720" anchor="ctr">
                    <a:lnR w="9525">
                      <a:solidFill>
                        <a:srgbClr val="DBE2ED"/>
                      </a:solidFill>
                      <a:prstDash val="solid"/>
                    </a:lnR>
                    <a:lnB w="9525">
                      <a:solidFill>
                        <a:srgbClr val="DBE2ED"/>
                      </a:solidFill>
                      <a:prstDash val="solid"/>
                    </a:lnB>
                    <a:solidFill>
                      <a:srgbClr val="FFFFFF"/>
                    </a:solidFill>
                  </a:tcPr>
                </a:tc>
                <a:tc>
                  <a:txBody>
                    <a:bodyPr lIns="133350" tIns="133350" rIns="133350" bIns="133350"/>
                    <a:lstStyle/>
                    <a:p>
                      <a:r>
                        <a:rPr sz="1875" b="0">
                          <a:solidFill>
                            <a:srgbClr val="202C3D"/>
                          </a:solidFill>
                          <a:latin typeface="Malgun Gothic"/>
                          <a:ea typeface="Malgun Gothic"/>
                          <a:cs typeface="Malgun Gothic"/>
                        </a:rPr>
                        <a:t/>
                      </a:r>
                    </a:p>
                  </a:txBody>
                  <a:tcPr marL="91440" marR="91440" marT="45720" marB="45720" anchor="ctr">
                    <a:lnR w="9525">
                      <a:solidFill>
                        <a:srgbClr val="DBE2ED"/>
                      </a:solidFill>
                      <a:prstDash val="solid"/>
                    </a:lnR>
                    <a:lnB w="9525">
                      <a:solidFill>
                        <a:srgbClr val="DBE2ED"/>
                      </a:solidFill>
                      <a:prstDash val="solid"/>
                    </a:lnB>
                    <a:solidFill>
                      <a:srgbClr val="FFFFFF"/>
                    </a:solidFill>
                  </a:tcPr>
                </a:tc>
              </a:tr>
              <a:tr h="722313">
                <a:tc>
                  <a:txBody>
                    <a:bodyPr lIns="133350" tIns="133350" rIns="133350" bIns="133350"/>
                    <a:lstStyle/>
                    <a:p>
                      <a:r>
                        <a:rPr sz="1875" b="0">
                          <a:solidFill>
                            <a:srgbClr val="202C3D"/>
                          </a:solidFill>
                          <a:latin typeface="Malgun Gothic"/>
                          <a:ea typeface="Malgun Gothic"/>
                          <a:cs typeface="Malgun Gothic"/>
                        </a:rPr>
                        <a:t>07–09  회의 모드·발표·다중 화면</a:t>
                      </a:r>
                    </a:p>
                  </a:txBody>
                  <a:tcPr marL="91440" marR="91440" marT="45720" marB="45720" anchor="ctr">
                    <a:lnL w="9525">
                      <a:solidFill>
                        <a:srgbClr val="DBE2ED"/>
                      </a:solidFill>
                      <a:prstDash val="solid"/>
                    </a:lnL>
                    <a:lnR w="9525">
                      <a:solidFill>
                        <a:srgbClr val="DBE2ED"/>
                      </a:solidFill>
                      <a:prstDash val="solid"/>
                    </a:lnR>
                    <a:lnB w="9525">
                      <a:solidFill>
                        <a:srgbClr val="DBE2ED"/>
                      </a:solidFill>
                      <a:prstDash val="solid"/>
                    </a:lnB>
                    <a:solidFill>
                      <a:srgbClr val="FFFFFF"/>
                    </a:solidFill>
                  </a:tcPr>
                </a:tc>
                <a:tc>
                  <a:txBody>
                    <a:bodyPr lIns="133350" tIns="133350" rIns="133350" bIns="133350"/>
                    <a:lstStyle/>
                    <a:p>
                      <a:r>
                        <a:rPr sz="1875" b="0">
                          <a:solidFill>
                            <a:srgbClr val="202C3D"/>
                          </a:solidFill>
                          <a:latin typeface="Malgun Gothic"/>
                          <a:ea typeface="Malgun Gothic"/>
                          <a:cs typeface="Malgun Gothic"/>
                        </a:rPr>
                        <a:t/>
                      </a:r>
                    </a:p>
                  </a:txBody>
                  <a:tcPr marL="91440" marR="91440" marT="45720" marB="45720" anchor="ctr">
                    <a:lnR w="9525">
                      <a:solidFill>
                        <a:srgbClr val="DBE2ED"/>
                      </a:solidFill>
                      <a:prstDash val="solid"/>
                    </a:lnR>
                    <a:lnB w="9525">
                      <a:solidFill>
                        <a:srgbClr val="DBE2ED"/>
                      </a:solidFill>
                      <a:prstDash val="solid"/>
                    </a:lnB>
                    <a:solidFill>
                      <a:srgbClr val="FFFFFF"/>
                    </a:solidFill>
                  </a:tcPr>
                </a:tc>
                <a:tc>
                  <a:txBody>
                    <a:bodyPr lIns="133350" tIns="133350" rIns="133350" bIns="133350"/>
                    <a:lstStyle/>
                    <a:p>
                      <a:r>
                        <a:rPr sz="1875" b="0">
                          <a:solidFill>
                            <a:srgbClr val="202C3D"/>
                          </a:solidFill>
                          <a:latin typeface="Malgun Gothic"/>
                          <a:ea typeface="Malgun Gothic"/>
                          <a:cs typeface="Malgun Gothic"/>
                        </a:rPr>
                        <a:t/>
                      </a:r>
                    </a:p>
                  </a:txBody>
                  <a:tcPr marL="91440" marR="91440" marT="45720" marB="45720" anchor="ctr">
                    <a:lnR w="9525">
                      <a:solidFill>
                        <a:srgbClr val="DBE2ED"/>
                      </a:solidFill>
                      <a:prstDash val="solid"/>
                    </a:lnR>
                    <a:lnB w="9525">
                      <a:solidFill>
                        <a:srgbClr val="DBE2ED"/>
                      </a:solidFill>
                      <a:prstDash val="solid"/>
                    </a:lnB>
                    <a:solidFill>
                      <a:srgbClr val="FFFFFF"/>
                    </a:solidFill>
                  </a:tcPr>
                </a:tc>
              </a:tr>
              <a:tr h="722313">
                <a:tc>
                  <a:txBody>
                    <a:bodyPr lIns="133350" tIns="133350" rIns="133350" bIns="133350"/>
                    <a:lstStyle/>
                    <a:p>
                      <a:r>
                        <a:rPr sz="1875" b="0">
                          <a:solidFill>
                            <a:srgbClr val="202C3D"/>
                          </a:solidFill>
                          <a:latin typeface="Malgun Gothic"/>
                          <a:ea typeface="Malgun Gothic"/>
                          <a:cs typeface="Malgun Gothic"/>
                        </a:rPr>
                        <a:t>10–11  자료 공유·화이트보드</a:t>
                      </a:r>
                    </a:p>
                  </a:txBody>
                  <a:tcPr marL="91440" marR="91440" marT="45720" marB="45720" anchor="ctr">
                    <a:lnL w="9525">
                      <a:solidFill>
                        <a:srgbClr val="DBE2ED"/>
                      </a:solidFill>
                      <a:prstDash val="solid"/>
                    </a:lnL>
                    <a:lnR w="9525">
                      <a:solidFill>
                        <a:srgbClr val="DBE2ED"/>
                      </a:solidFill>
                      <a:prstDash val="solid"/>
                    </a:lnR>
                    <a:lnB w="9525">
                      <a:solidFill>
                        <a:srgbClr val="DBE2ED"/>
                      </a:solidFill>
                      <a:prstDash val="solid"/>
                    </a:lnB>
                    <a:solidFill>
                      <a:srgbClr val="FFFFFF"/>
                    </a:solidFill>
                  </a:tcPr>
                </a:tc>
                <a:tc>
                  <a:txBody>
                    <a:bodyPr lIns="133350" tIns="133350" rIns="133350" bIns="133350"/>
                    <a:lstStyle/>
                    <a:p>
                      <a:r>
                        <a:rPr sz="1875" b="0">
                          <a:solidFill>
                            <a:srgbClr val="202C3D"/>
                          </a:solidFill>
                          <a:latin typeface="Malgun Gothic"/>
                          <a:ea typeface="Malgun Gothic"/>
                          <a:cs typeface="Malgun Gothic"/>
                        </a:rPr>
                        <a:t/>
                      </a:r>
                    </a:p>
                  </a:txBody>
                  <a:tcPr marL="91440" marR="91440" marT="45720" marB="45720" anchor="ctr">
                    <a:lnR w="9525">
                      <a:solidFill>
                        <a:srgbClr val="DBE2ED"/>
                      </a:solidFill>
                      <a:prstDash val="solid"/>
                    </a:lnR>
                    <a:lnB w="9525">
                      <a:solidFill>
                        <a:srgbClr val="DBE2ED"/>
                      </a:solidFill>
                      <a:prstDash val="solid"/>
                    </a:lnB>
                    <a:solidFill>
                      <a:srgbClr val="FFFFFF"/>
                    </a:solidFill>
                  </a:tcPr>
                </a:tc>
                <a:tc>
                  <a:txBody>
                    <a:bodyPr lIns="133350" tIns="133350" rIns="133350" bIns="133350"/>
                    <a:lstStyle/>
                    <a:p>
                      <a:r>
                        <a:rPr sz="1875" b="0">
                          <a:solidFill>
                            <a:srgbClr val="202C3D"/>
                          </a:solidFill>
                          <a:latin typeface="Malgun Gothic"/>
                          <a:ea typeface="Malgun Gothic"/>
                          <a:cs typeface="Malgun Gothic"/>
                        </a:rPr>
                        <a:t/>
                      </a:r>
                    </a:p>
                  </a:txBody>
                  <a:tcPr marL="91440" marR="91440" marT="45720" marB="45720" anchor="ctr">
                    <a:lnR w="9525">
                      <a:solidFill>
                        <a:srgbClr val="DBE2ED"/>
                      </a:solidFill>
                      <a:prstDash val="solid"/>
                    </a:lnR>
                    <a:lnB w="9525">
                      <a:solidFill>
                        <a:srgbClr val="DBE2ED"/>
                      </a:solidFill>
                      <a:prstDash val="solid"/>
                    </a:lnB>
                    <a:solidFill>
                      <a:srgbClr val="FFFFFF"/>
                    </a:solidFill>
                  </a:tcPr>
                </a:tc>
              </a:tr>
              <a:tr h="722313">
                <a:tc>
                  <a:txBody>
                    <a:bodyPr lIns="133350" tIns="133350" rIns="133350" bIns="133350"/>
                    <a:lstStyle/>
                    <a:p>
                      <a:r>
                        <a:rPr sz="1875" b="0">
                          <a:solidFill>
                            <a:srgbClr val="202C3D"/>
                          </a:solidFill>
                          <a:latin typeface="Malgun Gothic"/>
                          <a:ea typeface="Malgun Gothic"/>
                          <a:cs typeface="Malgun Gothic"/>
                        </a:rPr>
                        <a:t>12  회의록</a:t>
                      </a:r>
                    </a:p>
                  </a:txBody>
                  <a:tcPr marL="91440" marR="91440" marT="45720" marB="45720" anchor="ctr">
                    <a:lnL w="9525">
                      <a:solidFill>
                        <a:srgbClr val="DBE2ED"/>
                      </a:solidFill>
                      <a:prstDash val="solid"/>
                    </a:lnL>
                    <a:lnR w="9525">
                      <a:solidFill>
                        <a:srgbClr val="DBE2ED"/>
                      </a:solidFill>
                      <a:prstDash val="solid"/>
                    </a:lnR>
                    <a:lnB w="9525">
                      <a:solidFill>
                        <a:srgbClr val="DBE2ED"/>
                      </a:solidFill>
                      <a:prstDash val="solid"/>
                    </a:lnB>
                    <a:solidFill>
                      <a:srgbClr val="FFFFFF"/>
                    </a:solidFill>
                  </a:tcPr>
                </a:tc>
                <a:tc>
                  <a:txBody>
                    <a:bodyPr lIns="133350" tIns="133350" rIns="133350" bIns="133350"/>
                    <a:lstStyle/>
                    <a:p>
                      <a:r>
                        <a:rPr sz="1875" b="0">
                          <a:solidFill>
                            <a:srgbClr val="202C3D"/>
                          </a:solidFill>
                          <a:latin typeface="Malgun Gothic"/>
                          <a:ea typeface="Malgun Gothic"/>
                          <a:cs typeface="Malgun Gothic"/>
                        </a:rPr>
                        <a:t/>
                      </a:r>
                    </a:p>
                  </a:txBody>
                  <a:tcPr marL="91440" marR="91440" marT="45720" marB="45720" anchor="ctr">
                    <a:lnR w="9525">
                      <a:solidFill>
                        <a:srgbClr val="DBE2ED"/>
                      </a:solidFill>
                      <a:prstDash val="solid"/>
                    </a:lnR>
                    <a:lnB w="9525">
                      <a:solidFill>
                        <a:srgbClr val="DBE2ED"/>
                      </a:solidFill>
                      <a:prstDash val="solid"/>
                    </a:lnB>
                    <a:solidFill>
                      <a:srgbClr val="FFFFFF"/>
                    </a:solidFill>
                  </a:tcPr>
                </a:tc>
                <a:tc>
                  <a:txBody>
                    <a:bodyPr lIns="133350" tIns="133350" rIns="133350" bIns="133350"/>
                    <a:lstStyle/>
                    <a:p>
                      <a:r>
                        <a:rPr sz="1875" b="0">
                          <a:solidFill>
                            <a:srgbClr val="202C3D"/>
                          </a:solidFill>
                          <a:latin typeface="Malgun Gothic"/>
                          <a:ea typeface="Malgun Gothic"/>
                          <a:cs typeface="Malgun Gothic"/>
                        </a:rPr>
                        <a:t/>
                      </a:r>
                    </a:p>
                  </a:txBody>
                  <a:tcPr marL="91440" marR="91440" marT="45720" marB="45720" anchor="ctr">
                    <a:lnR w="9525">
                      <a:solidFill>
                        <a:srgbClr val="DBE2ED"/>
                      </a:solidFill>
                      <a:prstDash val="solid"/>
                    </a:lnR>
                    <a:lnB w="9525">
                      <a:solidFill>
                        <a:srgbClr val="DBE2ED"/>
                      </a:solidFill>
                      <a:prstDash val="solid"/>
                    </a:lnB>
                    <a:solidFill>
                      <a:srgbClr val="FFFFFF"/>
                    </a:solidFill>
                  </a:tcPr>
                </a:tc>
              </a:tr>
              <a:tr h="722313">
                <a:tc>
                  <a:txBody>
                    <a:bodyPr lIns="133350" tIns="133350" rIns="133350" bIns="133350"/>
                    <a:lstStyle/>
                    <a:p>
                      <a:r>
                        <a:rPr sz="1875" b="0">
                          <a:solidFill>
                            <a:srgbClr val="202C3D"/>
                          </a:solidFill>
                          <a:latin typeface="Malgun Gothic"/>
                          <a:ea typeface="Malgun Gothic"/>
                          <a:cs typeface="Malgun Gothic"/>
                        </a:rPr>
                        <a:t>기타 요청</a:t>
                      </a:r>
                    </a:p>
                  </a:txBody>
                  <a:tcPr marL="91440" marR="91440" marT="45720" marB="45720" anchor="ctr">
                    <a:lnL w="9525">
                      <a:solidFill>
                        <a:srgbClr val="DBE2ED"/>
                      </a:solidFill>
                      <a:prstDash val="solid"/>
                    </a:lnL>
                    <a:lnR w="9525">
                      <a:solidFill>
                        <a:srgbClr val="DBE2ED"/>
                      </a:solidFill>
                      <a:prstDash val="solid"/>
                    </a:lnR>
                    <a:lnB w="9525">
                      <a:solidFill>
                        <a:srgbClr val="DBE2ED"/>
                      </a:solidFill>
                      <a:prstDash val="solid"/>
                    </a:lnB>
                    <a:solidFill>
                      <a:srgbClr val="FFFFFF"/>
                    </a:solidFill>
                  </a:tcPr>
                </a:tc>
                <a:tc>
                  <a:txBody>
                    <a:bodyPr lIns="133350" tIns="133350" rIns="133350" bIns="133350"/>
                    <a:lstStyle/>
                    <a:p>
                      <a:r>
                        <a:rPr sz="1875" b="0">
                          <a:solidFill>
                            <a:srgbClr val="202C3D"/>
                          </a:solidFill>
                          <a:latin typeface="Malgun Gothic"/>
                          <a:ea typeface="Malgun Gothic"/>
                          <a:cs typeface="Malgun Gothic"/>
                        </a:rPr>
                        <a:t/>
                      </a:r>
                    </a:p>
                  </a:txBody>
                  <a:tcPr marL="91440" marR="91440" marT="45720" marB="45720" anchor="ctr">
                    <a:lnR w="9525">
                      <a:solidFill>
                        <a:srgbClr val="DBE2ED"/>
                      </a:solidFill>
                      <a:prstDash val="solid"/>
                    </a:lnR>
                    <a:lnB w="9525">
                      <a:solidFill>
                        <a:srgbClr val="DBE2ED"/>
                      </a:solidFill>
                      <a:prstDash val="solid"/>
                    </a:lnB>
                    <a:solidFill>
                      <a:srgbClr val="FFFFFF"/>
                    </a:solidFill>
                  </a:tcPr>
                </a:tc>
                <a:tc>
                  <a:txBody>
                    <a:bodyPr lIns="133350" tIns="133350" rIns="133350" bIns="133350"/>
                    <a:lstStyle/>
                    <a:p>
                      <a:r>
                        <a:rPr sz="1875" b="0">
                          <a:solidFill>
                            <a:srgbClr val="202C3D"/>
                          </a:solidFill>
                          <a:latin typeface="Malgun Gothic"/>
                          <a:ea typeface="Malgun Gothic"/>
                          <a:cs typeface="Malgun Gothic"/>
                        </a:rPr>
                        <a:t/>
                      </a:r>
                    </a:p>
                  </a:txBody>
                  <a:tcPr marL="91440" marR="91440" marT="45720" marB="45720" anchor="ctr">
                    <a:lnR w="9525">
                      <a:solidFill>
                        <a:srgbClr val="DBE2ED"/>
                      </a:solidFill>
                      <a:prstDash val="solid"/>
                    </a:lnR>
                    <a:lnB w="9525">
                      <a:solidFill>
                        <a:srgbClr val="DBE2ED"/>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91DBE54-8ACA-4914-B368-892F2FFB383F}"/>
              </a:ext>
            </a:extLst>
          </p:cNvPr>
          <p:cNvSpPr>
            <a:spLocks xmlns:a="http://schemas.openxmlformats.org/drawingml/2006/main" noGrp="1"/>
          </p:cNvSpPr>
          <p:nvPr/>
        </p:nvSpPr>
        <p:spPr>
          <a:xfrm xmlns:a="http://schemas.openxmlformats.org/drawingml/2006/main">
            <a:off x="714375" y="7000875"/>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667489"/>
                </a:solidFill>
                <a:latin typeface="Malgun Gothic"/>
                <a:ea typeface="Malgun Gothic"/>
                <a:cs typeface="Malgun Gothic"/>
              </a:defRPr>
            </a:defPPr>
          </a:lstStyle>
          <a:p xmlns:a="http://schemas.openxmlformats.org/drawingml/2006/main">
            <a:pPr>
              <a:defRPr sz="1800" b="0">
                <a:solidFill>
                  <a:srgbClr val="667489"/>
                </a:solidFill>
                <a:latin typeface="Malgun Gothic"/>
                <a:ea typeface="Malgun Gothic"/>
                <a:cs typeface="Malgun Gothic"/>
              </a:defRPr>
            </a:pPr>
            <a:r>
              <a:rPr sz="1800" b="0">
                <a:solidFill>
                  <a:srgbClr val="667489"/>
                </a:solidFill>
                <a:latin typeface="Malgun Gothic"/>
                <a:ea typeface="Malgun Gothic"/>
                <a:cs typeface="Malgun Gothic"/>
              </a:rPr>
              <a:t>작성 예: 05번 초대 화면에 QR코드 추가 / 모바일에서 링크 전달 없이 입장 / 우선순위 높음</a:t>
            </a:r>
          </a:p>
        </p:txBody>
      </p:sp>
    </p:spTree>
    <p:extLst>
      <p:ext uri="{BB962C8B-B14F-4D97-AF65-F5344CB8AC3E}">
        <p14:creationId xmlns:p14="http://schemas.microsoft.com/office/powerpoint/2010/main" val="16592762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2026-10-14T05:27:01.0110000Z</dcterms:created>
  <dcterms:modified xsi:type="dcterms:W3CDTF">2026-10-14T05:27:01.0110000Z</dcterms:modified>
</coreProperties>
</file>