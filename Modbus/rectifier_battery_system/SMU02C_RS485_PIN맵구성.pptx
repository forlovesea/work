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14165-518E-4526-A2B2-72B3F1331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98DB9F-F874-4BC4-8836-6AF88280A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30562-508A-446B-B2BE-8811FFF4C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0C163-160A-45B5-A686-A854A1AD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75C887-9FBE-4A3C-9C4B-389C8B05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0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6ADC7-EB4F-4389-81E4-5F8398E0C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0A6D46-D0F9-4217-BED5-53223B061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CA2792-CCCA-48E2-9687-21BE2DA0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89FBBD-9933-482E-ABD2-2F604B2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5C6567-120C-4DA8-8D42-6D977E60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24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AA575-F44F-4A9F-8C3E-921C59A29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067EB7-B985-484D-8865-AD2E1BE1B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BDA4FD-F168-4679-ABAF-39143EE34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0337F2-C81A-4589-90F3-4C641EB2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42FFD4-17E6-450B-B00E-B02185FC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89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8A708-DA77-4BE8-BD83-D77293BD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9BBB5F-DC45-463D-9AB1-03A20E0D2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CAECD6-71FA-4D1A-8754-7CB53A22C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4B8B34-CB5F-4CEB-AA56-971ECFC3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D71D91-8223-45B8-A2C2-10E616A26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9C17DB-C42D-43C6-A08B-0C5C80AB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05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2BBA7-A3D7-404F-8134-4DEC467D3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2284EE-8F29-43AE-BCA0-7BF5DC099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DBCB1C-C308-4E32-83EC-60FBB7974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53EB11-7EA5-4709-9CC0-944D7A3F2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DC1C18-17A7-4401-8155-D597EB5D4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8F5A07-DFCC-4445-83AE-196E84EB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CCD361E-EA2A-4D33-9BA6-7298B5C2B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B6FEC3-2929-48D7-8F0B-3373C1D00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66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D52EA-2CA2-4FC0-B3A1-206AC97A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29E26F-B1F7-4174-BDF2-111EB59D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9A6CAF-1806-4587-B7CD-976DD6DA6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8213FA-72F6-4467-B7C3-BB587C99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225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5A087C-F140-4E4E-BA5B-94947FF26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7DE14E-E895-428C-B10F-20182B36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F42ED-3B10-42DC-AB20-814B28135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09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98247-3216-43F3-8D7E-01A5A00F5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834C9C-DFCD-4779-AB31-EB0CA3D58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7A7C9D-766D-4F9B-A693-34AE232FA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90E053-7DE1-4A90-88C1-689AD60F9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CC1DDB-B183-4C1B-B652-ABCB3F1E2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E27469-0562-4F82-BB20-F471CC03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665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4F855-03C8-4C3B-A1C0-2340DFE72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F396D1-3560-43C4-834F-DA6A9986F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1F8A2A-B000-4EBA-AE96-950B0B9A1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0501E3-D017-4AA0-AE4A-6A956DFF6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82170F-1A1A-44AE-A592-919D4140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C2779B-F002-43AB-8319-D60F2B9E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04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6B88F-B935-42D0-AE61-7C78A0865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EA56FD-BBA1-4601-85C8-4DDDA0FBD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E20778-29E1-4866-9D60-8181B0AEA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8615D4-5AF4-4B89-8AAC-3D9AC980F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86ED7D-D207-42C6-9BC9-4ACF613C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09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38DC3A-6DAD-4CC9-B487-9AAE41641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D678BE-7D96-4139-8C4E-8ABD96E79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9DC7B3-F4FF-44BE-896B-5E1C45915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209614-63DD-43F3-AD1B-167DD979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2B901E-899C-4B5E-AD05-D99D940A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221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AF1BA2-5B43-4625-9F28-4DCBB0D8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59A4B8-B97E-4862-9B1E-F7E49CEE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D3BFAA-2F10-4687-B7AA-20F21817E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BDD4-066B-4865-8EDE-3F8EE238090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59DA52-AA55-4FBA-B3E3-A6D064205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5EE422-5E45-4EAA-986A-CEFDF5E89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615E0-DFE9-401E-BACB-5FBCB0A236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2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30707C-5627-4C47-ABAC-76B920899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96" y="871676"/>
            <a:ext cx="6529701" cy="51146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551538-7EED-44CE-BEB3-80345BBF4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743" y="1166674"/>
            <a:ext cx="361950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84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53C37BC-337C-4787-B9F8-CD90CA119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894" y="0"/>
            <a:ext cx="69982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5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7878666-6B3D-4104-A56B-57D8FB62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" y="1006589"/>
            <a:ext cx="3796131" cy="505484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A54CDD-9EF3-408A-A254-53243BA4D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429" y="4196820"/>
            <a:ext cx="6926802" cy="24505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6D7BD7E-9094-4DEE-9CE1-D34CA7D40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429" y="392174"/>
            <a:ext cx="4539261" cy="3463957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9D158AA3-98A4-412F-B03C-4D192E28A030}"/>
              </a:ext>
            </a:extLst>
          </p:cNvPr>
          <p:cNvSpPr/>
          <p:nvPr/>
        </p:nvSpPr>
        <p:spPr>
          <a:xfrm>
            <a:off x="1831950" y="1731147"/>
            <a:ext cx="239695" cy="239695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E67B3C4-B643-40B0-A102-AC60FA4A20C3}"/>
              </a:ext>
            </a:extLst>
          </p:cNvPr>
          <p:cNvSpPr/>
          <p:nvPr/>
        </p:nvSpPr>
        <p:spPr>
          <a:xfrm>
            <a:off x="1177771" y="1864304"/>
            <a:ext cx="239695" cy="239695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E5485AC-337C-4F1A-A194-E708721AF34F}"/>
              </a:ext>
            </a:extLst>
          </p:cNvPr>
          <p:cNvSpPr/>
          <p:nvPr/>
        </p:nvSpPr>
        <p:spPr>
          <a:xfrm>
            <a:off x="2031694" y="1742422"/>
            <a:ext cx="239695" cy="2396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5CB23E6-C394-4EFF-A263-5BFFA367978D}"/>
              </a:ext>
            </a:extLst>
          </p:cNvPr>
          <p:cNvSpPr/>
          <p:nvPr/>
        </p:nvSpPr>
        <p:spPr>
          <a:xfrm>
            <a:off x="1439662" y="1760167"/>
            <a:ext cx="239695" cy="2396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645DA4C-BB45-4734-A5D6-AD53D0C2F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4" y="392174"/>
            <a:ext cx="2888013" cy="1397921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B7E2450-3C63-47E3-85E5-C6CB7CDFB78D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644254" y="1384917"/>
            <a:ext cx="387440" cy="4103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5CA1477-F106-43CA-86D2-9A6750411EE1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2019646" y="1384917"/>
            <a:ext cx="131896" cy="3575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4FB486D-07FC-49A1-9771-F214826A4AF3}"/>
              </a:ext>
            </a:extLst>
          </p:cNvPr>
          <p:cNvCxnSpPr>
            <a:cxnSpLocks/>
            <a:stCxn id="8" idx="7"/>
          </p:cNvCxnSpPr>
          <p:nvPr/>
        </p:nvCxnSpPr>
        <p:spPr>
          <a:xfrm flipV="1">
            <a:off x="1382363" y="1254179"/>
            <a:ext cx="296994" cy="64522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565466A-FDB2-4F5B-A0E5-7544369453AC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1673205" y="1254180"/>
            <a:ext cx="193848" cy="51207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5E06943-AD32-4B9C-84D9-CEC1CAD14448}"/>
              </a:ext>
            </a:extLst>
          </p:cNvPr>
          <p:cNvCxnSpPr>
            <a:cxnSpLocks/>
          </p:cNvCxnSpPr>
          <p:nvPr/>
        </p:nvCxnSpPr>
        <p:spPr>
          <a:xfrm flipH="1" flipV="1">
            <a:off x="1987761" y="1384919"/>
            <a:ext cx="3117832" cy="1653496"/>
          </a:xfrm>
          <a:prstGeom prst="line">
            <a:avLst/>
          </a:prstGeom>
          <a:ln w="381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A27C21C-35F0-498B-97B6-981C1E327C75}"/>
              </a:ext>
            </a:extLst>
          </p:cNvPr>
          <p:cNvCxnSpPr>
            <a:cxnSpLocks/>
          </p:cNvCxnSpPr>
          <p:nvPr/>
        </p:nvCxnSpPr>
        <p:spPr>
          <a:xfrm flipH="1" flipV="1">
            <a:off x="1644254" y="1254179"/>
            <a:ext cx="3308746" cy="1536646"/>
          </a:xfrm>
          <a:prstGeom prst="line">
            <a:avLst/>
          </a:prstGeom>
          <a:ln w="38100">
            <a:solidFill>
              <a:srgbClr val="FFFF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7857EF0E-734D-4AEB-B954-3CA41E2147AD}"/>
              </a:ext>
            </a:extLst>
          </p:cNvPr>
          <p:cNvSpPr/>
          <p:nvPr/>
        </p:nvSpPr>
        <p:spPr>
          <a:xfrm>
            <a:off x="4984444" y="2885422"/>
            <a:ext cx="239695" cy="2396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C9374C8-8ADD-4502-B902-2D35E9BD540C}"/>
              </a:ext>
            </a:extLst>
          </p:cNvPr>
          <p:cNvSpPr/>
          <p:nvPr/>
        </p:nvSpPr>
        <p:spPr>
          <a:xfrm>
            <a:off x="4778221" y="2654879"/>
            <a:ext cx="239695" cy="239695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180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2</cp:revision>
  <dcterms:created xsi:type="dcterms:W3CDTF">2026-03-27T01:57:41Z</dcterms:created>
  <dcterms:modified xsi:type="dcterms:W3CDTF">2026-03-27T02:05:35Z</dcterms:modified>
</cp:coreProperties>
</file>