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2291" y="1901483"/>
            <a:ext cx="4523420" cy="551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38">
                <a:solidFill>
                  <a:srgbClr val="000000"/>
                </a:solidFill>
                <a:latin typeface="맑은 고딕"/>
              </a:defRPr>
            </a:pPr>
            <a:r>
              <a:t>한국어 문서 변환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2436" y="2689879"/>
            <a:ext cx="5311815" cy="551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38">
                <a:solidFill>
                  <a:srgbClr val="000000"/>
                </a:solidFill>
                <a:latin typeface="맑은 고딕"/>
              </a:defRPr>
            </a:pPr>
            <a:r>
              <a:t>사 진 에서 글 자 를 추 줄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000" y="3438854"/>
            <a:ext cx="4582549" cy="855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089">
                <a:solidFill>
                  <a:srgbClr val="000000"/>
                </a:solidFill>
                <a:latin typeface="맑은 고딕"/>
              </a:defRPr>
            </a:pPr>
            <a:r>
              <a:t>이름: 홍길동 수량: 12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146" y="4306090"/>
            <a:ext cx="4405160" cy="5794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70">
                <a:solidFill>
                  <a:srgbClr val="000000"/>
                </a:solidFill>
                <a:latin typeface="맑은 고딕"/>
              </a:defRPr>
            </a:pPr>
            <a:r>
              <a:t>English OCR Test 12345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